
<file path=[Content_Types].xml><?xml version="1.0" encoding="utf-8"?>
<Types xmlns="http://schemas.openxmlformats.org/package/2006/content-types">
  <Default ContentType="application/vnd.openxmlformats-package.relationships+xml" Extension="rels"/>
  <Default ContentType="image/png" Extension="png"/>
  <Default ContentType="application/xml" Extension="xml"/>
  <Override ContentType="application/vnd.openxmlformats-officedocument.presentationml.slideLayout+xml" PartName="/ppt/slideLayouts/slideLayout1.xml"/>
  <Override ContentType="application/vnd.openxmlformats-officedocument.presentationml.slideLayout+xml" PartName="/ppt/slideLayouts/slideLayout3.xml"/>
  <Override ContentType="application/vnd.openxmlformats-officedocument.presentationml.slideLayout+xml" PartName="/ppt/slideLayouts/slideLayout6.xml"/>
  <Override ContentType="application/vnd.openxmlformats-officedocument.presentationml.slideLayout+xml" PartName="/ppt/slideLayouts/slideLayout2.xml"/>
  <Override ContentType="application/vnd.openxmlformats-officedocument.presentationml.slideLayout+xml" PartName="/ppt/slideLayouts/slideLayout5.xml"/>
  <Override ContentType="application/vnd.openxmlformats-officedocument.presentationml.slideLayout+xml" PartName="/ppt/slideLayouts/slideLayout4.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3.xml"/>
  <Override ContentType="application/vnd.openxmlformats-officedocument.theme+xml" PartName="/ppt/theme/theme2.xml"/>
  <Override ContentType="application/vnd.openxmlformats-officedocument.theme+xml" PartName="/ppt/theme/theme1.xml"/>
  <Override ContentType="application/vnd.openxmlformats-officedocument.presentationml.slideMaster+xml" PartName="/ppt/slideMasters/slideMaster1.xml"/>
  <Override ContentType="application/vnd.openxmlformats-officedocument.presentationml.slide+xml" PartName="/ppt/slides/slide7.xml"/>
  <Override ContentType="application/vnd.openxmlformats-officedocument.presentationml.slide+xml" PartName="/ppt/slides/slide1.xml"/>
  <Override ContentType="application/vnd.openxmlformats-officedocument.presentationml.slide+xml" PartName="/ppt/slides/slide8.xml"/>
  <Override ContentType="application/vnd.openxmlformats-officedocument.presentationml.slide+xml" PartName="/ppt/slides/slide4.xml"/>
  <Override ContentType="application/vnd.openxmlformats-officedocument.presentationml.slide+xml" PartName="/ppt/slides/slide2.xml"/>
  <Override ContentType="application/vnd.openxmlformats-officedocument.presentationml.slide+xml" PartName="/ppt/slides/slide9.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3.xml"/>
  <Override ContentType="application/vnd.openxmlformats-officedocument.presentationml.tableStyles+xml" PartName="/ppt/tableStyl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a:lvl2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2pPr>
    <a:lvl3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3pPr>
    <a:lvl4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4pPr>
    <a:lvl5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5pPr>
    <a:lvl6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6pPr>
    <a:lvl7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7pPr>
    <a:lvl8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8pPr>
    <a:lvl9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tableStyles.xml><?xml version="1.0" encoding="utf-8"?>
<a:tblStyleLst xmlns:a="http://schemas.openxmlformats.org/drawingml/2006/main" xmlns:r="http://schemas.openxmlformats.org/officeDocument/2006/relationships" def="{90651C3A-4460-11DB-9652-00E08161165F}"/>
</file>

<file path=ppt/_rels/presentation.xml.rels><?xml version="1.0" encoding="UTF-8" standalone="yes"?><Relationships xmlns="http://schemas.openxmlformats.org/package/2006/relationships"><Relationship Id="rId14" Type="http://schemas.openxmlformats.org/officeDocument/2006/relationships/slide" Target="slides/slide9.xml"/><Relationship Id="rId2" Type="http://schemas.openxmlformats.org/officeDocument/2006/relationships/presProps" Target="presProps.xml"/><Relationship Id="rId12" Type="http://schemas.openxmlformats.org/officeDocument/2006/relationships/slide" Target="slides/slide7.xml"/><Relationship Id="rId13" Type="http://schemas.openxmlformats.org/officeDocument/2006/relationships/slide" Target="slides/slide8.xml"/><Relationship Id="rId1" Type="http://schemas.openxmlformats.org/officeDocument/2006/relationships/theme" Target="theme/theme3.xml"/><Relationship Id="rId4" Type="http://schemas.openxmlformats.org/officeDocument/2006/relationships/slideMaster" Target="slideMasters/slideMaster1.xml"/><Relationship Id="rId10" Type="http://schemas.openxmlformats.org/officeDocument/2006/relationships/slide" Target="slides/slide5.xml"/><Relationship Id="rId3" Type="http://schemas.openxmlformats.org/officeDocument/2006/relationships/tableStyles" Target="tableStyles.xml"/><Relationship Id="rId11" Type="http://schemas.openxmlformats.org/officeDocument/2006/relationships/slide" Target="slides/slide6.xml"/><Relationship Id="rId9" Type="http://schemas.openxmlformats.org/officeDocument/2006/relationships/slide" Target="slides/slide4.xml"/><Relationship Id="rId6" Type="http://schemas.openxmlformats.org/officeDocument/2006/relationships/slide" Target="slides/slide1.xml"/><Relationship Id="rId5" Type="http://schemas.openxmlformats.org/officeDocument/2006/relationships/notesMaster" Target="notesMasters/notesMaster1.xml"/><Relationship Id="rId8" Type="http://schemas.openxmlformats.org/officeDocument/2006/relationships/slide" Target="slides/slide3.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 name="Shape 1"/>
        <p:cNvGrpSpPr/>
        <p:nvPr/>
      </p:nvGrpSpPr>
      <p:grpSpPr>
        <a:xfrm>
          <a:off x="0" y="0"/>
          <a:ext cx="0" cy="0"/>
          <a:chOff x="0" y="0"/>
          <a:chExt cx="0" cy="0"/>
        </a:xfrm>
      </p:grpSpPr>
      <p:sp>
        <p:nvSpPr>
          <p:cNvPr id="2" name="Shape 2"/>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3" name="Shape 3"/>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a:spcBef>
                <a:spcPts val="0"/>
              </a:spcBef>
              <a:defRPr sz="1100"/>
            </a:lvl1pPr>
            <a:lvl2pPr>
              <a:spcBef>
                <a:spcPts val="0"/>
              </a:spcBef>
              <a:defRPr sz="1100"/>
            </a:lvl2pPr>
            <a:lvl3pPr>
              <a:spcBef>
                <a:spcPts val="0"/>
              </a:spcBef>
              <a:defRPr sz="1100"/>
            </a:lvl3pPr>
            <a:lvl4pPr>
              <a:spcBef>
                <a:spcPts val="0"/>
              </a:spcBef>
              <a:defRPr sz="1100"/>
            </a:lvl4pPr>
            <a:lvl5pPr>
              <a:spcBef>
                <a:spcPts val="0"/>
              </a:spcBef>
              <a:defRPr sz="1100"/>
            </a:lvl5pPr>
            <a:lvl6pPr>
              <a:spcBef>
                <a:spcPts val="0"/>
              </a:spcBef>
              <a:defRPr sz="1100"/>
            </a:lvl6pPr>
            <a:lvl7pPr>
              <a:spcBef>
                <a:spcPts val="0"/>
              </a:spcBef>
              <a:defRPr sz="1100"/>
            </a:lvl7pPr>
            <a:lvl8pPr>
              <a:spcBef>
                <a:spcPts val="0"/>
              </a:spcBef>
              <a:defRPr sz="1100"/>
            </a:lvl8pPr>
            <a:lvl9pPr>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5" name="Shape 45"/>
        <p:cNvGrpSpPr/>
        <p:nvPr/>
      </p:nvGrpSpPr>
      <p:grpSpPr>
        <a:xfrm>
          <a:off x="0" y="0"/>
          <a:ext cx="0" cy="0"/>
          <a:chOff x="0" y="0"/>
          <a:chExt cx="0" cy="0"/>
        </a:xfrm>
      </p:grpSpPr>
      <p:sp>
        <p:nvSpPr>
          <p:cNvPr id="46" name="Shape 46"/>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47" name="Shape 47"/>
          <p:cNvSpPr txBox="1"/>
          <p:nvPr>
            <p:ph idx="1" type="body"/>
          </p:nvPr>
        </p:nvSpPr>
        <p:spPr>
          <a:xfrm>
            <a:off x="685800" y="4343400"/>
            <a:ext cx="5486399" cy="4114800"/>
          </a:xfrm>
          <a:prstGeom prst="rect">
            <a:avLst/>
          </a:prstGeom>
        </p:spPr>
        <p:txBody>
          <a:bodyPr anchorCtr="0" anchor="t" bIns="91425" lIns="91425" rIns="91425" tIns="91425">
            <a:noAutofit/>
          </a:bodyPr>
          <a:lstStyle/>
          <a:p>
            <a:pPr>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2" name="Shape 52"/>
        <p:cNvGrpSpPr/>
        <p:nvPr/>
      </p:nvGrpSpPr>
      <p:grpSpPr>
        <a:xfrm>
          <a:off x="0" y="0"/>
          <a:ext cx="0" cy="0"/>
          <a:chOff x="0" y="0"/>
          <a:chExt cx="0" cy="0"/>
        </a:xfrm>
      </p:grpSpPr>
      <p:sp>
        <p:nvSpPr>
          <p:cNvPr id="53" name="Shape 53"/>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54" name="Shape 54"/>
          <p:cNvSpPr txBox="1"/>
          <p:nvPr>
            <p:ph idx="1" type="body"/>
          </p:nvPr>
        </p:nvSpPr>
        <p:spPr>
          <a:xfrm>
            <a:off x="685800" y="4343400"/>
            <a:ext cx="5486399" cy="4114800"/>
          </a:xfrm>
          <a:prstGeom prst="rect">
            <a:avLst/>
          </a:prstGeom>
        </p:spPr>
        <p:txBody>
          <a:bodyPr anchorCtr="0" anchor="t" bIns="91425" lIns="91425" rIns="91425" tIns="91425">
            <a:noAutofit/>
          </a:bodyPr>
          <a:lstStyle/>
          <a:p>
            <a:pPr rtl="0">
              <a:spcBef>
                <a:spcPts val="0"/>
              </a:spcBef>
              <a:buNone/>
            </a:pPr>
            <a:r>
              <a:rPr lang="en"/>
              <a:t>Docker is a framework that allows developers to quickly and effectively deploy distributed applications in mass and alleviate many issues commonly found in production cycles; allowing them to be more flexible and agile.</a:t>
            </a:r>
          </a:p>
          <a:p>
            <a:pPr rtl="0">
              <a:spcBef>
                <a:spcPts val="0"/>
              </a:spcBef>
              <a:buNone/>
            </a:pPr>
            <a:r>
              <a:t/>
            </a:r>
            <a:endParaRPr/>
          </a:p>
          <a:p>
            <a:pPr>
              <a:spcBef>
                <a:spcPts val="0"/>
              </a:spcBef>
              <a:buNone/>
            </a:pPr>
            <a:r>
              <a:rPr lang="en"/>
              <a:t>So rather than hosting multiple virtual machines where the Guest OS can take up a lot of room, time to setup and requires maintenance, containers can be deployed on top of any system.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9" name="Shape 59"/>
        <p:cNvGrpSpPr/>
        <p:nvPr/>
      </p:nvGrpSpPr>
      <p:grpSpPr>
        <a:xfrm>
          <a:off x="0" y="0"/>
          <a:ext cx="0" cy="0"/>
          <a:chOff x="0" y="0"/>
          <a:chExt cx="0" cy="0"/>
        </a:xfrm>
      </p:grpSpPr>
      <p:sp>
        <p:nvSpPr>
          <p:cNvPr id="60" name="Shape 60"/>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61" name="Shape 61"/>
          <p:cNvSpPr txBox="1"/>
          <p:nvPr>
            <p:ph idx="1" type="body"/>
          </p:nvPr>
        </p:nvSpPr>
        <p:spPr>
          <a:xfrm>
            <a:off x="685800" y="4343400"/>
            <a:ext cx="5486399" cy="4114800"/>
          </a:xfrm>
          <a:prstGeom prst="rect">
            <a:avLst/>
          </a:prstGeom>
        </p:spPr>
        <p:txBody>
          <a:bodyPr anchorCtr="0" anchor="t" bIns="91425" lIns="91425" rIns="91425" tIns="91425">
            <a:noAutofit/>
          </a:bodyPr>
          <a:lstStyle/>
          <a:p>
            <a:pPr rtl="0">
              <a:spcBef>
                <a:spcPts val="0"/>
              </a:spcBef>
              <a:buNone/>
            </a:pPr>
            <a:r>
              <a:rPr lang="en"/>
              <a:t>Docker takes advantage of a few key aspects of the Linux kernel to get the desired results; namely cgropus and namespaces.</a:t>
            </a:r>
          </a:p>
          <a:p>
            <a:pPr rtl="0">
              <a:spcBef>
                <a:spcPts val="0"/>
              </a:spcBef>
              <a:buNone/>
            </a:pPr>
            <a:r>
              <a:t/>
            </a:r>
            <a:endParaRPr/>
          </a:p>
          <a:p>
            <a:pPr rtl="0">
              <a:spcBef>
                <a:spcPts val="0"/>
              </a:spcBef>
              <a:buNone/>
            </a:pPr>
            <a:r>
              <a:rPr lang="en"/>
              <a:t>There is more than one way to take advantage of the ease that Docker provides. Currently Docker has support for libvirt, LXC and systemd-nspawn virtualization libraries as well as their own libcontainer.</a:t>
            </a:r>
          </a:p>
          <a:p>
            <a:pPr rtl="0">
              <a:spcBef>
                <a:spcPts val="0"/>
              </a:spcBef>
              <a:buNone/>
            </a:pPr>
            <a:r>
              <a:t/>
            </a:r>
            <a:endParaRPr/>
          </a:p>
          <a:p>
            <a:pPr>
              <a:spcBef>
                <a:spcPts val="0"/>
              </a:spcBef>
              <a:buNone/>
            </a:pPr>
            <a:r>
              <a:rPr lang="en"/>
              <a:t>Use any of these solutions, Docker allows for containers to be made that are fully isolated from the host OS and are secure and easily updated.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7" name="Shape 67"/>
        <p:cNvGrpSpPr/>
        <p:nvPr/>
      </p:nvGrpSpPr>
      <p:grpSpPr>
        <a:xfrm>
          <a:off x="0" y="0"/>
          <a:ext cx="0" cy="0"/>
          <a:chOff x="0" y="0"/>
          <a:chExt cx="0" cy="0"/>
        </a:xfrm>
      </p:grpSpPr>
      <p:sp>
        <p:nvSpPr>
          <p:cNvPr id="68" name="Shape 68"/>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69" name="Shape 69"/>
          <p:cNvSpPr txBox="1"/>
          <p:nvPr>
            <p:ph idx="1" type="body"/>
          </p:nvPr>
        </p:nvSpPr>
        <p:spPr>
          <a:xfrm>
            <a:off x="685800" y="4343400"/>
            <a:ext cx="5486399" cy="4114800"/>
          </a:xfrm>
          <a:prstGeom prst="rect">
            <a:avLst/>
          </a:prstGeom>
        </p:spPr>
        <p:txBody>
          <a:bodyPr anchorCtr="0" anchor="t" bIns="91425" lIns="91425" rIns="91425" tIns="91425">
            <a:noAutofit/>
          </a:bodyPr>
          <a:lstStyle/>
          <a:p>
            <a:pPr rtl="0">
              <a:spcBef>
                <a:spcPts val="0"/>
              </a:spcBef>
              <a:buNone/>
            </a:pPr>
            <a:r>
              <a:rPr lang="en"/>
              <a:t>Docker has seen a massive growth in popularity over the past two years. In that time there were many issues that popped up and exploits that were found that yielded far from secure containers. Since its release though, the docker team along with the linux kernel group have put a large focus on security and docker running on kernel’s newer than 3.14 are fairly secure.</a:t>
            </a:r>
          </a:p>
          <a:p>
            <a:pPr rtl="0">
              <a:spcBef>
                <a:spcPts val="0"/>
              </a:spcBef>
              <a:buNone/>
            </a:pPr>
            <a:r>
              <a:t/>
            </a:r>
            <a:endParaRPr/>
          </a:p>
          <a:p>
            <a:pPr rtl="0">
              <a:spcBef>
                <a:spcPts val="0"/>
              </a:spcBef>
              <a:buNone/>
            </a:pPr>
            <a:r>
              <a:rPr lang="en"/>
              <a:t>The linux container team has also taken steps to enhance security which has trickled down to the kernel and up to docker.</a:t>
            </a:r>
          </a:p>
          <a:p>
            <a:pPr rtl="0">
              <a:spcBef>
                <a:spcPts val="0"/>
              </a:spcBef>
              <a:buNone/>
            </a:pPr>
            <a:r>
              <a:t/>
            </a:r>
            <a:endParaRPr/>
          </a:p>
          <a:p>
            <a:pPr>
              <a:spcBef>
                <a:spcPts val="0"/>
              </a:spcBef>
              <a:buNone/>
            </a:pPr>
            <a:r>
              <a:rPr lang="en"/>
              <a:t>One potential security hole is still the docker container repository. This repo serves as a place for devs to showcase their containers and allows others to grab instances of their containers and deploy them. These containers have the potential to contain malicious code and should be used with caution and proper steps to limit their access to one’s host system.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3" name="Shape 73"/>
        <p:cNvGrpSpPr/>
        <p:nvPr/>
      </p:nvGrpSpPr>
      <p:grpSpPr>
        <a:xfrm>
          <a:off x="0" y="0"/>
          <a:ext cx="0" cy="0"/>
          <a:chOff x="0" y="0"/>
          <a:chExt cx="0" cy="0"/>
        </a:xfrm>
      </p:grpSpPr>
      <p:sp>
        <p:nvSpPr>
          <p:cNvPr id="74" name="Shape 74"/>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75" name="Shape 75"/>
          <p:cNvSpPr txBox="1"/>
          <p:nvPr>
            <p:ph idx="1" type="body"/>
          </p:nvPr>
        </p:nvSpPr>
        <p:spPr>
          <a:xfrm>
            <a:off x="685800" y="4343400"/>
            <a:ext cx="5486399" cy="4114800"/>
          </a:xfrm>
          <a:prstGeom prst="rect">
            <a:avLst/>
          </a:prstGeom>
        </p:spPr>
        <p:txBody>
          <a:bodyPr anchorCtr="0" anchor="t" bIns="91425" lIns="91425" rIns="91425" tIns="91425">
            <a:noAutofit/>
          </a:bodyPr>
          <a:lstStyle/>
          <a:p>
            <a:pPr>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9" name="Shape 79"/>
        <p:cNvGrpSpPr/>
        <p:nvPr/>
      </p:nvGrpSpPr>
      <p:grpSpPr>
        <a:xfrm>
          <a:off x="0" y="0"/>
          <a:ext cx="0" cy="0"/>
          <a:chOff x="0" y="0"/>
          <a:chExt cx="0" cy="0"/>
        </a:xfrm>
      </p:grpSpPr>
      <p:sp>
        <p:nvSpPr>
          <p:cNvPr id="80" name="Shape 80"/>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81" name="Shape 81"/>
          <p:cNvSpPr txBox="1"/>
          <p:nvPr>
            <p:ph idx="1" type="body"/>
          </p:nvPr>
        </p:nvSpPr>
        <p:spPr>
          <a:xfrm>
            <a:off x="685800" y="4343400"/>
            <a:ext cx="5486399" cy="4114800"/>
          </a:xfrm>
          <a:prstGeom prst="rect">
            <a:avLst/>
          </a:prstGeom>
        </p:spPr>
        <p:txBody>
          <a:bodyPr anchorCtr="0" anchor="t" bIns="91425" lIns="91425" rIns="91425" tIns="91425">
            <a:noAutofit/>
          </a:bodyPr>
          <a:lstStyle/>
          <a:p>
            <a:pPr>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7" name="Shape 87"/>
        <p:cNvGrpSpPr/>
        <p:nvPr/>
      </p:nvGrpSpPr>
      <p:grpSpPr>
        <a:xfrm>
          <a:off x="0" y="0"/>
          <a:ext cx="0" cy="0"/>
          <a:chOff x="0" y="0"/>
          <a:chExt cx="0" cy="0"/>
        </a:xfrm>
      </p:grpSpPr>
      <p:sp>
        <p:nvSpPr>
          <p:cNvPr id="88" name="Shape 88"/>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89" name="Shape 89"/>
          <p:cNvSpPr txBox="1"/>
          <p:nvPr>
            <p:ph idx="1" type="body"/>
          </p:nvPr>
        </p:nvSpPr>
        <p:spPr>
          <a:xfrm>
            <a:off x="685800" y="4343400"/>
            <a:ext cx="5486399" cy="4114800"/>
          </a:xfrm>
          <a:prstGeom prst="rect">
            <a:avLst/>
          </a:prstGeom>
        </p:spPr>
        <p:txBody>
          <a:bodyPr anchorCtr="0" anchor="t" bIns="91425" lIns="91425" rIns="91425" tIns="91425">
            <a:noAutofit/>
          </a:bodyPr>
          <a:lstStyle/>
          <a:p>
            <a:pPr>
              <a:spcBef>
                <a:spcPts val="0"/>
              </a:spcBef>
              <a:buNone/>
            </a:pPr>
            <a:r>
              <a:rPr lang="en"/>
              <a:t>MAC: Mandatory Access Control system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3" name="Shape 93"/>
        <p:cNvGrpSpPr/>
        <p:nvPr/>
      </p:nvGrpSpPr>
      <p:grpSpPr>
        <a:xfrm>
          <a:off x="0" y="0"/>
          <a:ext cx="0" cy="0"/>
          <a:chOff x="0" y="0"/>
          <a:chExt cx="0" cy="0"/>
        </a:xfrm>
      </p:grpSpPr>
      <p:sp>
        <p:nvSpPr>
          <p:cNvPr id="94" name="Shape 94"/>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95" name="Shape 95"/>
          <p:cNvSpPr txBox="1"/>
          <p:nvPr>
            <p:ph idx="1" type="body"/>
          </p:nvPr>
        </p:nvSpPr>
        <p:spPr>
          <a:xfrm>
            <a:off x="685800" y="4343400"/>
            <a:ext cx="5486399" cy="4114800"/>
          </a:xfrm>
          <a:prstGeom prst="rect">
            <a:avLst/>
          </a:prstGeom>
        </p:spPr>
        <p:txBody>
          <a:bodyPr anchorCtr="0" anchor="t" bIns="91425" lIns="91425" rIns="91425" tIns="91425">
            <a:noAutofit/>
          </a:bodyPr>
          <a:lstStyle/>
          <a:p>
            <a:pPr>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9" name="Shape 99"/>
        <p:cNvGrpSpPr/>
        <p:nvPr/>
      </p:nvGrpSpPr>
      <p:grpSpPr>
        <a:xfrm>
          <a:off x="0" y="0"/>
          <a:ext cx="0" cy="0"/>
          <a:chOff x="0" y="0"/>
          <a:chExt cx="0" cy="0"/>
        </a:xfrm>
      </p:grpSpPr>
      <p:sp>
        <p:nvSpPr>
          <p:cNvPr id="100" name="Shape 100"/>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a:noFill/>
          <a:ln cap="flat" w="9525">
            <a:solidFill>
              <a:srgbClr val="000000"/>
            </a:solidFill>
            <a:prstDash val="solid"/>
            <a:round/>
            <a:headEnd len="med" w="med" type="none"/>
            <a:tailEnd len="med" w="med" type="none"/>
          </a:ln>
        </p:spPr>
      </p:sp>
      <p:sp>
        <p:nvSpPr>
          <p:cNvPr id="101" name="Shape 101"/>
          <p:cNvSpPr txBox="1"/>
          <p:nvPr>
            <p:ph idx="1" type="body"/>
          </p:nvPr>
        </p:nvSpPr>
        <p:spPr>
          <a:xfrm>
            <a:off x="685800" y="4343400"/>
            <a:ext cx="5486399" cy="4114800"/>
          </a:xfrm>
          <a:prstGeom prst="rect">
            <a:avLst/>
          </a:prstGeom>
        </p:spPr>
        <p:txBody>
          <a:bodyPr anchorCtr="0" anchor="t" bIns="91425" lIns="91425" rIns="91425" tIns="91425">
            <a:noAutofit/>
          </a:bodyPr>
          <a:lstStyle/>
          <a:p>
            <a:pPr>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9" name="Shape 9"/>
        <p:cNvGrpSpPr/>
        <p:nvPr/>
      </p:nvGrpSpPr>
      <p:grpSpPr>
        <a:xfrm>
          <a:off x="0" y="0"/>
          <a:ext cx="0" cy="0"/>
          <a:chOff x="0" y="0"/>
          <a:chExt cx="0" cy="0"/>
        </a:xfrm>
      </p:grpSpPr>
      <p:sp>
        <p:nvSpPr>
          <p:cNvPr id="10" name="Shape 10"/>
          <p:cNvSpPr/>
          <p:nvPr/>
        </p:nvSpPr>
        <p:spPr>
          <a:xfrm>
            <a:off x="4724400" y="0"/>
            <a:ext cx="3012140" cy="5140547"/>
          </a:xfrm>
          <a:custGeom>
            <a:pathLst>
              <a:path extrusionOk="0" h="6854064" w="3012141">
                <a:moveTo>
                  <a:pt x="2623817" y="0"/>
                </a:moveTo>
                <a:lnTo>
                  <a:pt x="2791741" y="608783"/>
                </a:lnTo>
                <a:lnTo>
                  <a:pt x="1826176" y="1301537"/>
                </a:lnTo>
                <a:lnTo>
                  <a:pt x="2130539" y="2466623"/>
                </a:lnTo>
                <a:lnTo>
                  <a:pt x="1175470" y="3190866"/>
                </a:lnTo>
                <a:lnTo>
                  <a:pt x="1469337" y="4355952"/>
                </a:lnTo>
                <a:lnTo>
                  <a:pt x="493277" y="5080194"/>
                </a:lnTo>
                <a:lnTo>
                  <a:pt x="808135" y="6255776"/>
                </a:lnTo>
                <a:lnTo>
                  <a:pt x="0" y="6854064"/>
                </a:lnTo>
                <a:lnTo>
                  <a:pt x="388325" y="6854064"/>
                </a:lnTo>
                <a:lnTo>
                  <a:pt x="1007545" y="6308258"/>
                </a:lnTo>
                <a:lnTo>
                  <a:pt x="713678" y="5122179"/>
                </a:lnTo>
                <a:lnTo>
                  <a:pt x="1679242" y="4408433"/>
                </a:lnTo>
                <a:lnTo>
                  <a:pt x="1364384" y="3232851"/>
                </a:lnTo>
                <a:lnTo>
                  <a:pt x="2361435" y="2498112"/>
                </a:lnTo>
                <a:lnTo>
                  <a:pt x="2015091" y="1343522"/>
                </a:lnTo>
                <a:lnTo>
                  <a:pt x="3012141" y="608783"/>
                </a:lnTo>
                <a:lnTo>
                  <a:pt x="2833722" y="0"/>
                </a:lnTo>
              </a:path>
            </a:pathLst>
          </a:custGeom>
          <a:solidFill>
            <a:schemeClr val="dk1"/>
          </a:solidFill>
          <a:ln>
            <a:noFill/>
          </a:ln>
        </p:spPr>
        <p:txBody>
          <a:bodyPr anchorCtr="0" anchor="ctr" bIns="45700" lIns="91425" rIns="91425" tIns="45700">
            <a:noAutofit/>
          </a:bodyPr>
          <a:lstStyle/>
          <a:p>
            <a:pPr>
              <a:spcBef>
                <a:spcPts val="0"/>
              </a:spcBef>
              <a:buNone/>
            </a:pPr>
            <a:r>
              <a:t/>
            </a:r>
            <a:endParaRPr/>
          </a:p>
        </p:txBody>
      </p:sp>
      <p:grpSp>
        <p:nvGrpSpPr>
          <p:cNvPr id="11" name="Shape 11"/>
          <p:cNvGrpSpPr/>
          <p:nvPr/>
        </p:nvGrpSpPr>
        <p:grpSpPr>
          <a:xfrm>
            <a:off x="4571999" y="0"/>
            <a:ext cx="4546600" cy="5143499"/>
            <a:chOff x="1447" y="0"/>
            <a:chExt cx="2863" cy="4319"/>
          </a:xfrm>
        </p:grpSpPr>
        <p:sp>
          <p:nvSpPr>
            <p:cNvPr id="12" name="Shape 12"/>
            <p:cNvSpPr/>
            <p:nvPr/>
          </p:nvSpPr>
          <p:spPr>
            <a:xfrm>
              <a:off x="1447" y="0"/>
              <a:ext cx="1885" cy="4319"/>
            </a:xfrm>
            <a:custGeom>
              <a:pathLst>
                <a:path extrusionOk="0" h="4320" w="1886">
                  <a:moveTo>
                    <a:pt x="1719" y="0"/>
                  </a:moveTo>
                  <a:lnTo>
                    <a:pt x="1813" y="357"/>
                  </a:lnTo>
                  <a:lnTo>
                    <a:pt x="1194" y="805"/>
                  </a:lnTo>
                  <a:lnTo>
                    <a:pt x="1393" y="1544"/>
                  </a:lnTo>
                  <a:lnTo>
                    <a:pt x="777" y="1991"/>
                  </a:lnTo>
                  <a:lnTo>
                    <a:pt x="972" y="2734"/>
                  </a:lnTo>
                  <a:lnTo>
                    <a:pt x="355" y="3178"/>
                  </a:lnTo>
                  <a:lnTo>
                    <a:pt x="554" y="3921"/>
                  </a:lnTo>
                  <a:lnTo>
                    <a:pt x="0" y="4320"/>
                  </a:lnTo>
                  <a:lnTo>
                    <a:pt x="109" y="4320"/>
                  </a:lnTo>
                  <a:lnTo>
                    <a:pt x="623" y="3948"/>
                  </a:lnTo>
                  <a:lnTo>
                    <a:pt x="430" y="3205"/>
                  </a:lnTo>
                  <a:lnTo>
                    <a:pt x="1045" y="2761"/>
                  </a:lnTo>
                  <a:lnTo>
                    <a:pt x="850" y="2018"/>
                  </a:lnTo>
                  <a:lnTo>
                    <a:pt x="1468" y="1572"/>
                  </a:lnTo>
                  <a:lnTo>
                    <a:pt x="1271" y="830"/>
                  </a:lnTo>
                  <a:lnTo>
                    <a:pt x="1886" y="386"/>
                  </a:lnTo>
                  <a:lnTo>
                    <a:pt x="1788" y="0"/>
                  </a:lnTo>
                  <a:lnTo>
                    <a:pt x="1719" y="0"/>
                  </a:lnTo>
                  <a:close/>
                </a:path>
              </a:pathLst>
            </a:custGeom>
            <a:solidFill>
              <a:srgbClr val="A64129"/>
            </a:solidFill>
            <a:ln>
              <a:noFill/>
            </a:ln>
          </p:spPr>
          <p:txBody>
            <a:bodyPr anchorCtr="0" anchor="t" bIns="45700" lIns="91425" rIns="91425" tIns="45700">
              <a:noAutofit/>
            </a:bodyPr>
            <a:lstStyle/>
            <a:p>
              <a:pPr>
                <a:spcBef>
                  <a:spcPts val="0"/>
                </a:spcBef>
                <a:buNone/>
              </a:pPr>
              <a:r>
                <a:t/>
              </a:r>
              <a:endParaRPr/>
            </a:p>
          </p:txBody>
        </p:sp>
        <p:sp>
          <p:nvSpPr>
            <p:cNvPr id="13" name="Shape 13"/>
            <p:cNvSpPr/>
            <p:nvPr/>
          </p:nvSpPr>
          <p:spPr>
            <a:xfrm>
              <a:off x="1559" y="0"/>
              <a:ext cx="1978" cy="4319"/>
            </a:xfrm>
            <a:custGeom>
              <a:pathLst>
                <a:path extrusionOk="0" h="4320" w="1979">
                  <a:moveTo>
                    <a:pt x="1673" y="0"/>
                  </a:moveTo>
                  <a:lnTo>
                    <a:pt x="1777" y="382"/>
                  </a:lnTo>
                  <a:lnTo>
                    <a:pt x="1160" y="830"/>
                  </a:lnTo>
                  <a:lnTo>
                    <a:pt x="1357" y="1570"/>
                  </a:lnTo>
                  <a:lnTo>
                    <a:pt x="743" y="2016"/>
                  </a:lnTo>
                  <a:lnTo>
                    <a:pt x="936" y="2759"/>
                  </a:lnTo>
                  <a:lnTo>
                    <a:pt x="319" y="3204"/>
                  </a:lnTo>
                  <a:lnTo>
                    <a:pt x="517" y="3947"/>
                  </a:lnTo>
                  <a:lnTo>
                    <a:pt x="0" y="4320"/>
                  </a:lnTo>
                  <a:lnTo>
                    <a:pt x="304" y="4320"/>
                  </a:lnTo>
                  <a:lnTo>
                    <a:pt x="717" y="4025"/>
                  </a:lnTo>
                  <a:lnTo>
                    <a:pt x="521" y="3280"/>
                  </a:lnTo>
                  <a:lnTo>
                    <a:pt x="1136" y="2836"/>
                  </a:lnTo>
                  <a:lnTo>
                    <a:pt x="941" y="2093"/>
                  </a:lnTo>
                  <a:lnTo>
                    <a:pt x="1559" y="1648"/>
                  </a:lnTo>
                  <a:lnTo>
                    <a:pt x="1362" y="905"/>
                  </a:lnTo>
                  <a:lnTo>
                    <a:pt x="1979" y="461"/>
                  </a:lnTo>
                  <a:lnTo>
                    <a:pt x="1859" y="0"/>
                  </a:lnTo>
                  <a:lnTo>
                    <a:pt x="1673" y="0"/>
                  </a:lnTo>
                  <a:close/>
                </a:path>
              </a:pathLst>
            </a:custGeom>
            <a:solidFill>
              <a:srgbClr val="384452"/>
            </a:solidFill>
            <a:ln>
              <a:noFill/>
            </a:ln>
          </p:spPr>
          <p:txBody>
            <a:bodyPr anchorCtr="0" anchor="t" bIns="45700" lIns="91425" rIns="91425" tIns="45700">
              <a:noAutofit/>
            </a:bodyPr>
            <a:lstStyle/>
            <a:p>
              <a:pPr>
                <a:spcBef>
                  <a:spcPts val="0"/>
                </a:spcBef>
                <a:buNone/>
              </a:pPr>
              <a:r>
                <a:t/>
              </a:r>
              <a:endParaRPr/>
            </a:p>
          </p:txBody>
        </p:sp>
        <p:sp>
          <p:nvSpPr>
            <p:cNvPr id="14" name="Shape 14"/>
            <p:cNvSpPr/>
            <p:nvPr/>
          </p:nvSpPr>
          <p:spPr>
            <a:xfrm>
              <a:off x="2090" y="0"/>
              <a:ext cx="1805" cy="4319"/>
            </a:xfrm>
            <a:custGeom>
              <a:pathLst>
                <a:path extrusionOk="0" h="4320" w="1806">
                  <a:moveTo>
                    <a:pt x="1462" y="0"/>
                  </a:moveTo>
                  <a:lnTo>
                    <a:pt x="1604" y="510"/>
                  </a:lnTo>
                  <a:lnTo>
                    <a:pt x="987" y="958"/>
                  </a:lnTo>
                  <a:lnTo>
                    <a:pt x="1183" y="1696"/>
                  </a:lnTo>
                  <a:lnTo>
                    <a:pt x="570" y="2142"/>
                  </a:lnTo>
                  <a:lnTo>
                    <a:pt x="764" y="2885"/>
                  </a:lnTo>
                  <a:lnTo>
                    <a:pt x="147" y="3329"/>
                  </a:lnTo>
                  <a:lnTo>
                    <a:pt x="344" y="4072"/>
                  </a:lnTo>
                  <a:lnTo>
                    <a:pt x="0" y="4320"/>
                  </a:lnTo>
                  <a:lnTo>
                    <a:pt x="304" y="4320"/>
                  </a:lnTo>
                  <a:lnTo>
                    <a:pt x="544" y="4151"/>
                  </a:lnTo>
                  <a:lnTo>
                    <a:pt x="349" y="3406"/>
                  </a:lnTo>
                  <a:lnTo>
                    <a:pt x="965" y="2961"/>
                  </a:lnTo>
                  <a:lnTo>
                    <a:pt x="768" y="2220"/>
                  </a:lnTo>
                  <a:lnTo>
                    <a:pt x="1385" y="1776"/>
                  </a:lnTo>
                  <a:lnTo>
                    <a:pt x="1189" y="1031"/>
                  </a:lnTo>
                  <a:lnTo>
                    <a:pt x="1806" y="586"/>
                  </a:lnTo>
                  <a:lnTo>
                    <a:pt x="1647" y="0"/>
                  </a:lnTo>
                  <a:lnTo>
                    <a:pt x="1462" y="0"/>
                  </a:lnTo>
                  <a:close/>
                </a:path>
              </a:pathLst>
            </a:custGeom>
            <a:solidFill>
              <a:srgbClr val="F68C1F"/>
            </a:solidFill>
            <a:ln>
              <a:noFill/>
            </a:ln>
          </p:spPr>
          <p:txBody>
            <a:bodyPr anchorCtr="0" anchor="t" bIns="45700" lIns="91425" rIns="91425" tIns="45700">
              <a:noAutofit/>
            </a:bodyPr>
            <a:lstStyle/>
            <a:p>
              <a:pPr>
                <a:spcBef>
                  <a:spcPts val="0"/>
                </a:spcBef>
                <a:buNone/>
              </a:pPr>
              <a:r>
                <a:t/>
              </a:r>
              <a:endParaRPr/>
            </a:p>
          </p:txBody>
        </p:sp>
        <p:sp>
          <p:nvSpPr>
            <p:cNvPr id="15" name="Shape 15"/>
            <p:cNvSpPr/>
            <p:nvPr/>
          </p:nvSpPr>
          <p:spPr>
            <a:xfrm>
              <a:off x="2463" y="0"/>
              <a:ext cx="1847" cy="4319"/>
            </a:xfrm>
            <a:custGeom>
              <a:pathLst>
                <a:path extrusionOk="0" h="4320" w="1848">
                  <a:moveTo>
                    <a:pt x="1311" y="0"/>
                  </a:moveTo>
                  <a:lnTo>
                    <a:pt x="1475" y="606"/>
                  </a:lnTo>
                  <a:lnTo>
                    <a:pt x="856" y="1055"/>
                  </a:lnTo>
                  <a:lnTo>
                    <a:pt x="1054" y="1794"/>
                  </a:lnTo>
                  <a:lnTo>
                    <a:pt x="439" y="2240"/>
                  </a:lnTo>
                  <a:lnTo>
                    <a:pt x="634" y="2981"/>
                  </a:lnTo>
                  <a:lnTo>
                    <a:pt x="16" y="3428"/>
                  </a:lnTo>
                  <a:lnTo>
                    <a:pt x="215" y="4169"/>
                  </a:lnTo>
                  <a:lnTo>
                    <a:pt x="0" y="4320"/>
                  </a:lnTo>
                  <a:lnTo>
                    <a:pt x="570" y="4320"/>
                  </a:lnTo>
                  <a:lnTo>
                    <a:pt x="584" y="4304"/>
                  </a:lnTo>
                  <a:lnTo>
                    <a:pt x="391" y="3570"/>
                  </a:lnTo>
                  <a:lnTo>
                    <a:pt x="1005" y="3118"/>
                  </a:lnTo>
                  <a:lnTo>
                    <a:pt x="810" y="2380"/>
                  </a:lnTo>
                  <a:lnTo>
                    <a:pt x="1422" y="1936"/>
                  </a:lnTo>
                  <a:lnTo>
                    <a:pt x="1229" y="1193"/>
                  </a:lnTo>
                  <a:lnTo>
                    <a:pt x="1848" y="743"/>
                  </a:lnTo>
                  <a:lnTo>
                    <a:pt x="1650" y="0"/>
                  </a:lnTo>
                  <a:lnTo>
                    <a:pt x="1311" y="0"/>
                  </a:lnTo>
                  <a:close/>
                </a:path>
              </a:pathLst>
            </a:custGeom>
            <a:solidFill>
              <a:srgbClr val="A4BDC0"/>
            </a:solidFill>
            <a:ln>
              <a:noFill/>
            </a:ln>
          </p:spPr>
          <p:txBody>
            <a:bodyPr anchorCtr="0" anchor="t" bIns="45700" lIns="91425" rIns="91425" tIns="45700">
              <a:noAutofit/>
            </a:bodyPr>
            <a:lstStyle/>
            <a:p>
              <a:pPr>
                <a:spcBef>
                  <a:spcPts val="0"/>
                </a:spcBef>
                <a:buNone/>
              </a:pPr>
              <a:r>
                <a:t/>
              </a:r>
              <a:endParaRPr/>
            </a:p>
          </p:txBody>
        </p:sp>
      </p:grpSp>
      <p:sp>
        <p:nvSpPr>
          <p:cNvPr id="16" name="Shape 16"/>
          <p:cNvSpPr txBox="1"/>
          <p:nvPr>
            <p:ph type="ctrTitle"/>
          </p:nvPr>
        </p:nvSpPr>
        <p:spPr>
          <a:xfrm>
            <a:off x="685800" y="746438"/>
            <a:ext cx="5258700" cy="1158600"/>
          </a:xfrm>
          <a:prstGeom prst="rect">
            <a:avLst/>
          </a:prstGeom>
        </p:spPr>
        <p:txBody>
          <a:bodyPr anchorCtr="0" anchor="b" bIns="91425" lIns="91425" rIns="91425" tIns="91425"/>
          <a:lstStyle>
            <a:lvl1pPr>
              <a:spcBef>
                <a:spcPts val="0"/>
              </a:spcBef>
              <a:buSzPct val="100000"/>
              <a:defRPr sz="4800"/>
            </a:lvl1pPr>
            <a:lvl2pPr>
              <a:spcBef>
                <a:spcPts val="0"/>
              </a:spcBef>
              <a:buSzPct val="100000"/>
              <a:defRPr sz="4800"/>
            </a:lvl2pPr>
            <a:lvl3pPr>
              <a:spcBef>
                <a:spcPts val="0"/>
              </a:spcBef>
              <a:buSzPct val="100000"/>
              <a:defRPr sz="4800"/>
            </a:lvl3pPr>
            <a:lvl4pPr>
              <a:spcBef>
                <a:spcPts val="0"/>
              </a:spcBef>
              <a:buSzPct val="100000"/>
              <a:defRPr sz="4800"/>
            </a:lvl4pPr>
            <a:lvl5pPr>
              <a:spcBef>
                <a:spcPts val="0"/>
              </a:spcBef>
              <a:buSzPct val="100000"/>
              <a:defRPr sz="4800"/>
            </a:lvl5pPr>
            <a:lvl6pPr>
              <a:spcBef>
                <a:spcPts val="0"/>
              </a:spcBef>
              <a:buSzPct val="100000"/>
              <a:defRPr sz="4800"/>
            </a:lvl6pPr>
            <a:lvl7pPr>
              <a:spcBef>
                <a:spcPts val="0"/>
              </a:spcBef>
              <a:buSzPct val="100000"/>
              <a:defRPr sz="4800"/>
            </a:lvl7pPr>
            <a:lvl8pPr>
              <a:spcBef>
                <a:spcPts val="0"/>
              </a:spcBef>
              <a:buSzPct val="100000"/>
              <a:defRPr sz="4800"/>
            </a:lvl8pPr>
            <a:lvl9pPr>
              <a:spcBef>
                <a:spcPts val="0"/>
              </a:spcBef>
              <a:buSzPct val="100000"/>
              <a:defRPr sz="4800"/>
            </a:lvl9pPr>
          </a:lstStyle>
          <a:p/>
        </p:txBody>
      </p:sp>
      <p:sp>
        <p:nvSpPr>
          <p:cNvPr id="17" name="Shape 17"/>
          <p:cNvSpPr txBox="1"/>
          <p:nvPr>
            <p:ph idx="1" type="subTitle"/>
          </p:nvPr>
        </p:nvSpPr>
        <p:spPr>
          <a:xfrm>
            <a:off x="685800" y="1986416"/>
            <a:ext cx="5258700" cy="772800"/>
          </a:xfrm>
          <a:prstGeom prst="rect">
            <a:avLst/>
          </a:prstGeom>
        </p:spPr>
        <p:txBody>
          <a:bodyPr anchorCtr="0" anchor="t" bIns="91425" lIns="91425" rIns="91425" tIns="91425"/>
          <a:lstStyle>
            <a:lvl1pPr>
              <a:spcBef>
                <a:spcPts val="0"/>
              </a:spcBef>
              <a:buNone/>
              <a:defRPr/>
            </a:lvl1pPr>
            <a:lvl2pPr>
              <a:spcBef>
                <a:spcPts val="0"/>
              </a:spcBef>
              <a:buSzPct val="100000"/>
              <a:buNone/>
              <a:defRPr sz="3000"/>
            </a:lvl2pPr>
            <a:lvl3pPr>
              <a:spcBef>
                <a:spcPts val="0"/>
              </a:spcBef>
              <a:buSzPct val="100000"/>
              <a:buNone/>
              <a:defRPr sz="3000"/>
            </a:lvl3pPr>
            <a:lvl4pPr>
              <a:spcBef>
                <a:spcPts val="0"/>
              </a:spcBef>
              <a:buSzPct val="100000"/>
              <a:buNone/>
              <a:defRPr sz="3000"/>
            </a:lvl4pPr>
            <a:lvl5pPr>
              <a:spcBef>
                <a:spcPts val="0"/>
              </a:spcBef>
              <a:buSzPct val="100000"/>
              <a:buNone/>
              <a:defRPr sz="3000"/>
            </a:lvl5pPr>
            <a:lvl6pPr>
              <a:spcBef>
                <a:spcPts val="0"/>
              </a:spcBef>
              <a:buSzPct val="100000"/>
              <a:buNone/>
              <a:defRPr sz="3000"/>
            </a:lvl6pPr>
            <a:lvl7pPr>
              <a:spcBef>
                <a:spcPts val="0"/>
              </a:spcBef>
              <a:buSzPct val="100000"/>
              <a:buNone/>
              <a:defRPr sz="3000"/>
            </a:lvl7pPr>
            <a:lvl8pPr>
              <a:spcBef>
                <a:spcPts val="0"/>
              </a:spcBef>
              <a:buSzPct val="100000"/>
              <a:buNone/>
              <a:defRPr sz="3000"/>
            </a:lvl8pPr>
            <a:lvl9pPr>
              <a:spcBef>
                <a:spcPts val="0"/>
              </a:spcBef>
              <a:buSzPct val="100000"/>
              <a:buNone/>
              <a:defRPr sz="3000"/>
            </a:lvl9pPr>
          </a:lstStyle>
          <a:p/>
        </p:txBody>
      </p:sp>
      <p:sp>
        <p:nvSpPr>
          <p:cNvPr id="18" name="Shape 18"/>
          <p:cNvSpPr txBox="1"/>
          <p:nvPr>
            <p:ph idx="12" type="sldNum"/>
          </p:nvPr>
        </p:nvSpPr>
        <p:spPr>
          <a:xfrm>
            <a:off x="8556791" y="4749850"/>
            <a:ext cx="548699" cy="393600"/>
          </a:xfrm>
          <a:prstGeom prst="rect">
            <a:avLst/>
          </a:prstGeom>
        </p:spPr>
        <p:txBody>
          <a:bodyPr anchorCtr="0" anchor="ctr" bIns="91425" lIns="91425" rIns="91425" tIns="91425">
            <a:noAutofit/>
          </a:bodyPr>
          <a:lstStyle>
            <a:lvl1pPr>
              <a:spcBef>
                <a:spcPts val="0"/>
              </a:spcBef>
              <a:buNone/>
              <a:defRPr/>
            </a:lvl1pPr>
          </a:lstStyle>
          <a:p>
            <a:pPr>
              <a:spcBef>
                <a:spcPts val="0"/>
              </a:spcBef>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9" name="Shape 19"/>
        <p:cNvGrpSpPr/>
        <p:nvPr/>
      </p:nvGrpSpPr>
      <p:grpSpPr>
        <a:xfrm>
          <a:off x="0" y="0"/>
          <a:ext cx="0" cy="0"/>
          <a:chOff x="0" y="0"/>
          <a:chExt cx="0" cy="0"/>
        </a:xfrm>
      </p:grpSpPr>
      <p:sp>
        <p:nvSpPr>
          <p:cNvPr id="20" name="Shape 20"/>
          <p:cNvSpPr/>
          <p:nvPr/>
        </p:nvSpPr>
        <p:spPr>
          <a:xfrm rot="-5400000">
            <a:off x="6431898" y="2431398"/>
            <a:ext cx="904306" cy="4519896"/>
          </a:xfrm>
          <a:custGeom>
            <a:pathLst>
              <a:path extrusionOk="0" h="4519897" w="1205742">
                <a:moveTo>
                  <a:pt x="924" y="0"/>
                </a:moveTo>
                <a:cubicBezTo>
                  <a:pt x="6351" y="1497993"/>
                  <a:pt x="-3772" y="3021904"/>
                  <a:pt x="1655" y="4519897"/>
                </a:cubicBezTo>
                <a:lnTo>
                  <a:pt x="831272" y="4518403"/>
                </a:lnTo>
                <a:lnTo>
                  <a:pt x="1205742" y="3850819"/>
                </a:lnTo>
                <a:lnTo>
                  <a:pt x="359114" y="3126246"/>
                </a:lnTo>
                <a:lnTo>
                  <a:pt x="880116" y="2173718"/>
                </a:lnTo>
                <a:lnTo>
                  <a:pt x="49768" y="1449145"/>
                </a:lnTo>
                <a:lnTo>
                  <a:pt x="562630" y="480334"/>
                </a:lnTo>
                <a:lnTo>
                  <a:pt x="924" y="0"/>
                </a:lnTo>
                <a:close/>
              </a:path>
            </a:pathLst>
          </a:custGeom>
          <a:solidFill>
            <a:schemeClr val="lt2"/>
          </a:solidFill>
          <a:ln>
            <a:noFill/>
          </a:ln>
        </p:spPr>
        <p:txBody>
          <a:bodyPr anchorCtr="0" anchor="ctr" bIns="45700" lIns="91425" rIns="91425" tIns="45700">
            <a:noAutofit/>
          </a:bodyPr>
          <a:lstStyle/>
          <a:p>
            <a:pPr>
              <a:spcBef>
                <a:spcPts val="0"/>
              </a:spcBef>
              <a:buNone/>
            </a:pPr>
            <a:r>
              <a:t/>
            </a:r>
            <a:endParaRPr/>
          </a:p>
        </p:txBody>
      </p:sp>
      <p:sp>
        <p:nvSpPr>
          <p:cNvPr id="21" name="Shape 21"/>
          <p:cNvSpPr txBox="1"/>
          <p:nvPr>
            <p:ph type="title"/>
          </p:nvPr>
        </p:nvSpPr>
        <p:spPr>
          <a:xfrm>
            <a:off x="457200" y="205978"/>
            <a:ext cx="8229600" cy="857400"/>
          </a:xfrm>
          <a:prstGeom prst="rect">
            <a:avLst/>
          </a:prstGeom>
        </p:spPr>
        <p:txBody>
          <a:bodyPr anchorCtr="0" anchor="b" bIns="91425" lIns="91425" rIns="91425" tIns="91425"/>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
        <p:nvSpPr>
          <p:cNvPr id="22" name="Shape 22"/>
          <p:cNvSpPr txBox="1"/>
          <p:nvPr>
            <p:ph idx="1" type="body"/>
          </p:nvPr>
        </p:nvSpPr>
        <p:spPr>
          <a:xfrm>
            <a:off x="457200" y="1200150"/>
            <a:ext cx="8229600" cy="3725699"/>
          </a:xfrm>
          <a:prstGeom prst="rect">
            <a:avLst/>
          </a:prstGeom>
        </p:spPr>
        <p:txBody>
          <a:bodyPr anchorCtr="0" anchor="t" bIns="91425" lIns="91425" rIns="91425" tIns="91425"/>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
        <p:nvSpPr>
          <p:cNvPr id="23" name="Shape 23"/>
          <p:cNvSpPr txBox="1"/>
          <p:nvPr>
            <p:ph idx="12" type="sldNum"/>
          </p:nvPr>
        </p:nvSpPr>
        <p:spPr>
          <a:xfrm>
            <a:off x="8556791" y="4749850"/>
            <a:ext cx="548699" cy="393600"/>
          </a:xfrm>
          <a:prstGeom prst="rect">
            <a:avLst/>
          </a:prstGeom>
        </p:spPr>
        <p:txBody>
          <a:bodyPr anchorCtr="0" anchor="ctr" bIns="91425" lIns="91425" rIns="91425" tIns="91425">
            <a:noAutofit/>
          </a:bodyPr>
          <a:lstStyle>
            <a:lvl1pPr>
              <a:spcBef>
                <a:spcPts val="0"/>
              </a:spcBef>
              <a:buNone/>
              <a:defRPr/>
            </a:lvl1pPr>
          </a:lstStyle>
          <a:p>
            <a:pPr>
              <a:spcBef>
                <a:spcPts val="0"/>
              </a:spcBef>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24" name="Shape 24"/>
        <p:cNvGrpSpPr/>
        <p:nvPr/>
      </p:nvGrpSpPr>
      <p:grpSpPr>
        <a:xfrm>
          <a:off x="0" y="0"/>
          <a:ext cx="0" cy="0"/>
          <a:chOff x="0" y="0"/>
          <a:chExt cx="0" cy="0"/>
        </a:xfrm>
      </p:grpSpPr>
      <p:sp>
        <p:nvSpPr>
          <p:cNvPr id="25" name="Shape 25"/>
          <p:cNvSpPr/>
          <p:nvPr/>
        </p:nvSpPr>
        <p:spPr>
          <a:xfrm rot="-5400000">
            <a:off x="6431898" y="2431398"/>
            <a:ext cx="904306" cy="4519896"/>
          </a:xfrm>
          <a:custGeom>
            <a:pathLst>
              <a:path extrusionOk="0" h="4519897" w="1205742">
                <a:moveTo>
                  <a:pt x="924" y="0"/>
                </a:moveTo>
                <a:cubicBezTo>
                  <a:pt x="6351" y="1497993"/>
                  <a:pt x="-3772" y="3021904"/>
                  <a:pt x="1655" y="4519897"/>
                </a:cubicBezTo>
                <a:lnTo>
                  <a:pt x="831272" y="4518403"/>
                </a:lnTo>
                <a:lnTo>
                  <a:pt x="1205742" y="3850819"/>
                </a:lnTo>
                <a:lnTo>
                  <a:pt x="359114" y="3126246"/>
                </a:lnTo>
                <a:lnTo>
                  <a:pt x="880116" y="2173718"/>
                </a:lnTo>
                <a:lnTo>
                  <a:pt x="49768" y="1449145"/>
                </a:lnTo>
                <a:lnTo>
                  <a:pt x="562630" y="480334"/>
                </a:lnTo>
                <a:lnTo>
                  <a:pt x="924" y="0"/>
                </a:lnTo>
                <a:close/>
              </a:path>
            </a:pathLst>
          </a:custGeom>
          <a:solidFill>
            <a:srgbClr val="A5BDC0"/>
          </a:solidFill>
          <a:ln>
            <a:noFill/>
          </a:ln>
        </p:spPr>
        <p:txBody>
          <a:bodyPr anchorCtr="0" anchor="ctr" bIns="45700" lIns="91425" rIns="91425" tIns="45700">
            <a:noAutofit/>
          </a:bodyPr>
          <a:lstStyle/>
          <a:p>
            <a:pPr>
              <a:spcBef>
                <a:spcPts val="0"/>
              </a:spcBef>
              <a:buNone/>
            </a:pPr>
            <a:r>
              <a:t/>
            </a:r>
            <a:endParaRPr/>
          </a:p>
        </p:txBody>
      </p:sp>
      <p:sp>
        <p:nvSpPr>
          <p:cNvPr id="26" name="Shape 26"/>
          <p:cNvSpPr txBox="1"/>
          <p:nvPr>
            <p:ph type="title"/>
          </p:nvPr>
        </p:nvSpPr>
        <p:spPr>
          <a:xfrm>
            <a:off x="457200" y="205978"/>
            <a:ext cx="8229600" cy="857400"/>
          </a:xfrm>
          <a:prstGeom prst="rect">
            <a:avLst/>
          </a:prstGeom>
        </p:spPr>
        <p:txBody>
          <a:bodyPr anchorCtr="0" anchor="b" bIns="91425" lIns="91425" rIns="91425" tIns="91425"/>
          <a:lstStyle>
            <a:lvl1pPr>
              <a:spcBef>
                <a:spcPts val="0"/>
              </a:spcBef>
              <a:defRPr>
                <a:solidFill>
                  <a:srgbClr val="A64128"/>
                </a:solidFill>
              </a:defRPr>
            </a:lvl1pPr>
            <a:lvl2pPr>
              <a:spcBef>
                <a:spcPts val="0"/>
              </a:spcBef>
              <a:defRPr>
                <a:solidFill>
                  <a:srgbClr val="A64128"/>
                </a:solidFill>
              </a:defRPr>
            </a:lvl2pPr>
            <a:lvl3pPr>
              <a:spcBef>
                <a:spcPts val="0"/>
              </a:spcBef>
              <a:defRPr>
                <a:solidFill>
                  <a:srgbClr val="A64128"/>
                </a:solidFill>
              </a:defRPr>
            </a:lvl3pPr>
            <a:lvl4pPr>
              <a:spcBef>
                <a:spcPts val="0"/>
              </a:spcBef>
              <a:defRPr>
                <a:solidFill>
                  <a:srgbClr val="A64128"/>
                </a:solidFill>
              </a:defRPr>
            </a:lvl4pPr>
            <a:lvl5pPr>
              <a:spcBef>
                <a:spcPts val="0"/>
              </a:spcBef>
              <a:defRPr>
                <a:solidFill>
                  <a:srgbClr val="A64128"/>
                </a:solidFill>
              </a:defRPr>
            </a:lvl5pPr>
            <a:lvl6pPr>
              <a:spcBef>
                <a:spcPts val="0"/>
              </a:spcBef>
              <a:defRPr>
                <a:solidFill>
                  <a:srgbClr val="A64128"/>
                </a:solidFill>
              </a:defRPr>
            </a:lvl6pPr>
            <a:lvl7pPr>
              <a:spcBef>
                <a:spcPts val="0"/>
              </a:spcBef>
              <a:defRPr>
                <a:solidFill>
                  <a:srgbClr val="A64128"/>
                </a:solidFill>
              </a:defRPr>
            </a:lvl7pPr>
            <a:lvl8pPr>
              <a:spcBef>
                <a:spcPts val="0"/>
              </a:spcBef>
              <a:defRPr>
                <a:solidFill>
                  <a:srgbClr val="A64128"/>
                </a:solidFill>
              </a:defRPr>
            </a:lvl8pPr>
            <a:lvl9pPr>
              <a:spcBef>
                <a:spcPts val="0"/>
              </a:spcBef>
              <a:defRPr>
                <a:solidFill>
                  <a:srgbClr val="A64128"/>
                </a:solidFill>
              </a:defRPr>
            </a:lvl9pPr>
          </a:lstStyle>
          <a:p/>
        </p:txBody>
      </p:sp>
      <p:sp>
        <p:nvSpPr>
          <p:cNvPr id="27" name="Shape 27"/>
          <p:cNvSpPr txBox="1"/>
          <p:nvPr>
            <p:ph idx="1" type="body"/>
          </p:nvPr>
        </p:nvSpPr>
        <p:spPr>
          <a:xfrm>
            <a:off x="457200" y="1200150"/>
            <a:ext cx="3994500" cy="3725699"/>
          </a:xfrm>
          <a:prstGeom prst="rect">
            <a:avLst/>
          </a:prstGeom>
        </p:spPr>
        <p:txBody>
          <a:bodyPr anchorCtr="0" anchor="t" bIns="91425" lIns="91425" rIns="91425" tIns="91425"/>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
        <p:nvSpPr>
          <p:cNvPr id="28" name="Shape 28"/>
          <p:cNvSpPr txBox="1"/>
          <p:nvPr>
            <p:ph idx="2" type="body"/>
          </p:nvPr>
        </p:nvSpPr>
        <p:spPr>
          <a:xfrm>
            <a:off x="4692273" y="1200150"/>
            <a:ext cx="3994500" cy="3725699"/>
          </a:xfrm>
          <a:prstGeom prst="rect">
            <a:avLst/>
          </a:prstGeom>
        </p:spPr>
        <p:txBody>
          <a:bodyPr anchorCtr="0" anchor="t" bIns="91425" lIns="91425" rIns="91425" tIns="91425"/>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
        <p:nvSpPr>
          <p:cNvPr id="29" name="Shape 29"/>
          <p:cNvSpPr txBox="1"/>
          <p:nvPr>
            <p:ph idx="12" type="sldNum"/>
          </p:nvPr>
        </p:nvSpPr>
        <p:spPr>
          <a:xfrm>
            <a:off x="8556791" y="4749850"/>
            <a:ext cx="548699" cy="393600"/>
          </a:xfrm>
          <a:prstGeom prst="rect">
            <a:avLst/>
          </a:prstGeom>
        </p:spPr>
        <p:txBody>
          <a:bodyPr anchorCtr="0" anchor="ctr" bIns="91425" lIns="91425" rIns="91425" tIns="91425">
            <a:noAutofit/>
          </a:bodyPr>
          <a:lstStyle>
            <a:lvl1pPr>
              <a:spcBef>
                <a:spcPts val="0"/>
              </a:spcBef>
              <a:buNone/>
              <a:defRPr/>
            </a:lvl1pPr>
          </a:lstStyle>
          <a:p>
            <a:pPr>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30" name="Shape 30"/>
        <p:cNvGrpSpPr/>
        <p:nvPr/>
      </p:nvGrpSpPr>
      <p:grpSpPr>
        <a:xfrm>
          <a:off x="0" y="0"/>
          <a:ext cx="0" cy="0"/>
          <a:chOff x="0" y="0"/>
          <a:chExt cx="0" cy="0"/>
        </a:xfrm>
      </p:grpSpPr>
      <p:sp>
        <p:nvSpPr>
          <p:cNvPr id="31" name="Shape 31"/>
          <p:cNvSpPr txBox="1"/>
          <p:nvPr>
            <p:ph type="title"/>
          </p:nvPr>
        </p:nvSpPr>
        <p:spPr>
          <a:xfrm>
            <a:off x="457200" y="205978"/>
            <a:ext cx="8229600" cy="857400"/>
          </a:xfrm>
          <a:prstGeom prst="rect">
            <a:avLst/>
          </a:prstGeom>
        </p:spPr>
        <p:txBody>
          <a:bodyPr anchorCtr="0" anchor="b" bIns="91425" lIns="91425" rIns="91425" tIns="91425"/>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p:txBody>
      </p:sp>
      <p:sp>
        <p:nvSpPr>
          <p:cNvPr id="32" name="Shape 32"/>
          <p:cNvSpPr/>
          <p:nvPr/>
        </p:nvSpPr>
        <p:spPr>
          <a:xfrm rot="-5400000">
            <a:off x="6431898" y="2431398"/>
            <a:ext cx="904306" cy="4519896"/>
          </a:xfrm>
          <a:custGeom>
            <a:pathLst>
              <a:path extrusionOk="0" h="4519897" w="1205742">
                <a:moveTo>
                  <a:pt x="924" y="0"/>
                </a:moveTo>
                <a:cubicBezTo>
                  <a:pt x="6351" y="1497993"/>
                  <a:pt x="-3772" y="3021904"/>
                  <a:pt x="1655" y="4519897"/>
                </a:cubicBezTo>
                <a:lnTo>
                  <a:pt x="831272" y="4518403"/>
                </a:lnTo>
                <a:lnTo>
                  <a:pt x="1205742" y="3850819"/>
                </a:lnTo>
                <a:lnTo>
                  <a:pt x="359114" y="3126246"/>
                </a:lnTo>
                <a:lnTo>
                  <a:pt x="880116" y="2173718"/>
                </a:lnTo>
                <a:lnTo>
                  <a:pt x="49768" y="1449145"/>
                </a:lnTo>
                <a:lnTo>
                  <a:pt x="562630" y="480334"/>
                </a:lnTo>
                <a:lnTo>
                  <a:pt x="924" y="0"/>
                </a:lnTo>
                <a:close/>
              </a:path>
            </a:pathLst>
          </a:custGeom>
          <a:solidFill>
            <a:schemeClr val="lt2"/>
          </a:solidFill>
          <a:ln>
            <a:noFill/>
          </a:ln>
        </p:spPr>
        <p:txBody>
          <a:bodyPr anchorCtr="0" anchor="ctr" bIns="45700" lIns="91425" rIns="91425" tIns="45700">
            <a:noAutofit/>
          </a:bodyPr>
          <a:lstStyle/>
          <a:p>
            <a:pPr>
              <a:spcBef>
                <a:spcPts val="0"/>
              </a:spcBef>
              <a:buNone/>
            </a:pPr>
            <a:r>
              <a:t/>
            </a:r>
            <a:endParaRPr/>
          </a:p>
        </p:txBody>
      </p:sp>
      <p:sp>
        <p:nvSpPr>
          <p:cNvPr id="33" name="Shape 33"/>
          <p:cNvSpPr txBox="1"/>
          <p:nvPr>
            <p:ph idx="12" type="sldNum"/>
          </p:nvPr>
        </p:nvSpPr>
        <p:spPr>
          <a:xfrm>
            <a:off x="8556791" y="4749850"/>
            <a:ext cx="548699" cy="393600"/>
          </a:xfrm>
          <a:prstGeom prst="rect">
            <a:avLst/>
          </a:prstGeom>
        </p:spPr>
        <p:txBody>
          <a:bodyPr anchorCtr="0" anchor="ctr" bIns="91425" lIns="91425" rIns="91425" tIns="91425">
            <a:noAutofit/>
          </a:bodyPr>
          <a:lstStyle>
            <a:lvl1pPr>
              <a:spcBef>
                <a:spcPts val="0"/>
              </a:spcBef>
              <a:buNone/>
              <a:defRPr/>
            </a:lvl1pPr>
          </a:lstStyle>
          <a:p>
            <a:pPr>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34" name="Shape 34"/>
        <p:cNvGrpSpPr/>
        <p:nvPr/>
      </p:nvGrpSpPr>
      <p:grpSpPr>
        <a:xfrm>
          <a:off x="0" y="0"/>
          <a:ext cx="0" cy="0"/>
          <a:chOff x="0" y="0"/>
          <a:chExt cx="0" cy="0"/>
        </a:xfrm>
      </p:grpSpPr>
      <p:sp>
        <p:nvSpPr>
          <p:cNvPr id="35" name="Shape 35"/>
          <p:cNvSpPr txBox="1"/>
          <p:nvPr>
            <p:ph idx="1" type="body"/>
          </p:nvPr>
        </p:nvSpPr>
        <p:spPr>
          <a:xfrm>
            <a:off x="457200" y="4406309"/>
            <a:ext cx="8229600" cy="519599"/>
          </a:xfrm>
          <a:prstGeom prst="rect">
            <a:avLst/>
          </a:prstGeom>
        </p:spPr>
        <p:txBody>
          <a:bodyPr anchorCtr="0" anchor="t" bIns="91425" lIns="91425" rIns="91425" tIns="91425"/>
          <a:lstStyle>
            <a:lvl1pPr algn="ctr">
              <a:spcBef>
                <a:spcPts val="0"/>
              </a:spcBef>
              <a:buClr>
                <a:schemeClr val="dk1"/>
              </a:buClr>
              <a:buSzPct val="100000"/>
              <a:buNone/>
              <a:defRPr b="1" sz="1800">
                <a:solidFill>
                  <a:schemeClr val="dk1"/>
                </a:solidFill>
              </a:defRPr>
            </a:lvl1pPr>
          </a:lstStyle>
          <a:p/>
        </p:txBody>
      </p:sp>
      <p:sp>
        <p:nvSpPr>
          <p:cNvPr id="36" name="Shape 36"/>
          <p:cNvSpPr/>
          <p:nvPr/>
        </p:nvSpPr>
        <p:spPr>
          <a:xfrm rot="10800000">
            <a:off x="7938258" y="0"/>
            <a:ext cx="1205741" cy="3389922"/>
          </a:xfrm>
          <a:custGeom>
            <a:pathLst>
              <a:path extrusionOk="0" h="4519897" w="1205742">
                <a:moveTo>
                  <a:pt x="924" y="0"/>
                </a:moveTo>
                <a:cubicBezTo>
                  <a:pt x="6351" y="1497993"/>
                  <a:pt x="-3772" y="3021904"/>
                  <a:pt x="1655" y="4519897"/>
                </a:cubicBezTo>
                <a:lnTo>
                  <a:pt x="831272" y="4518403"/>
                </a:lnTo>
                <a:lnTo>
                  <a:pt x="1205742" y="3850819"/>
                </a:lnTo>
                <a:lnTo>
                  <a:pt x="359114" y="3126246"/>
                </a:lnTo>
                <a:lnTo>
                  <a:pt x="880116" y="2173718"/>
                </a:lnTo>
                <a:lnTo>
                  <a:pt x="49768" y="1449145"/>
                </a:lnTo>
                <a:lnTo>
                  <a:pt x="562630" y="480334"/>
                </a:lnTo>
                <a:lnTo>
                  <a:pt x="924" y="0"/>
                </a:lnTo>
                <a:close/>
              </a:path>
            </a:pathLst>
          </a:custGeom>
          <a:solidFill>
            <a:schemeClr val="lt2"/>
          </a:solidFill>
          <a:ln>
            <a:noFill/>
          </a:ln>
        </p:spPr>
        <p:txBody>
          <a:bodyPr anchorCtr="0" anchor="ctr" bIns="45700" lIns="91425" rIns="91425" tIns="45700">
            <a:noAutofit/>
          </a:bodyPr>
          <a:lstStyle/>
          <a:p>
            <a:pPr>
              <a:spcBef>
                <a:spcPts val="0"/>
              </a:spcBef>
              <a:buNone/>
            </a:pPr>
            <a:r>
              <a:t/>
            </a:r>
            <a:endParaRPr/>
          </a:p>
        </p:txBody>
      </p:sp>
      <p:sp>
        <p:nvSpPr>
          <p:cNvPr id="37" name="Shape 37"/>
          <p:cNvSpPr/>
          <p:nvPr/>
        </p:nvSpPr>
        <p:spPr>
          <a:xfrm rot="5400000">
            <a:off x="1807794" y="-1807795"/>
            <a:ext cx="904306" cy="4519896"/>
          </a:xfrm>
          <a:custGeom>
            <a:pathLst>
              <a:path extrusionOk="0" h="4519897" w="1205742">
                <a:moveTo>
                  <a:pt x="924" y="0"/>
                </a:moveTo>
                <a:cubicBezTo>
                  <a:pt x="6351" y="1497993"/>
                  <a:pt x="-3772" y="3021904"/>
                  <a:pt x="1655" y="4519897"/>
                </a:cubicBezTo>
                <a:lnTo>
                  <a:pt x="831272" y="4518403"/>
                </a:lnTo>
                <a:lnTo>
                  <a:pt x="1205742" y="3850819"/>
                </a:lnTo>
                <a:lnTo>
                  <a:pt x="359114" y="3126246"/>
                </a:lnTo>
                <a:lnTo>
                  <a:pt x="880116" y="2173718"/>
                </a:lnTo>
                <a:lnTo>
                  <a:pt x="49768" y="1449145"/>
                </a:lnTo>
                <a:lnTo>
                  <a:pt x="562630" y="480334"/>
                </a:lnTo>
                <a:lnTo>
                  <a:pt x="924" y="0"/>
                </a:lnTo>
                <a:close/>
              </a:path>
            </a:pathLst>
          </a:custGeom>
          <a:solidFill>
            <a:schemeClr val="lt2"/>
          </a:solidFill>
          <a:ln>
            <a:noFill/>
          </a:ln>
        </p:spPr>
        <p:txBody>
          <a:bodyPr anchorCtr="0" anchor="ctr" bIns="45700" lIns="91425" rIns="91425" tIns="45700">
            <a:noAutofit/>
          </a:bodyPr>
          <a:lstStyle/>
          <a:p>
            <a:pPr>
              <a:spcBef>
                <a:spcPts val="0"/>
              </a:spcBef>
              <a:buNone/>
            </a:pPr>
            <a:r>
              <a:t/>
            </a:r>
            <a:endParaRPr/>
          </a:p>
        </p:txBody>
      </p:sp>
      <p:sp>
        <p:nvSpPr>
          <p:cNvPr id="38" name="Shape 38"/>
          <p:cNvSpPr txBox="1"/>
          <p:nvPr>
            <p:ph idx="12" type="sldNum"/>
          </p:nvPr>
        </p:nvSpPr>
        <p:spPr>
          <a:xfrm>
            <a:off x="8556791" y="4749850"/>
            <a:ext cx="548699" cy="393600"/>
          </a:xfrm>
          <a:prstGeom prst="rect">
            <a:avLst/>
          </a:prstGeom>
        </p:spPr>
        <p:txBody>
          <a:bodyPr anchorCtr="0" anchor="ctr" bIns="91425" lIns="91425" rIns="91425" tIns="91425">
            <a:noAutofit/>
          </a:bodyPr>
          <a:lstStyle>
            <a:lvl1pPr>
              <a:spcBef>
                <a:spcPts val="0"/>
              </a:spcBef>
              <a:buNone/>
              <a:defRPr/>
            </a:lvl1pPr>
          </a:lstStyle>
          <a:p>
            <a:pPr>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39" name="Shape 39"/>
        <p:cNvGrpSpPr/>
        <p:nvPr/>
      </p:nvGrpSpPr>
      <p:grpSpPr>
        <a:xfrm>
          <a:off x="0" y="0"/>
          <a:ext cx="0" cy="0"/>
          <a:chOff x="0" y="0"/>
          <a:chExt cx="0" cy="0"/>
        </a:xfrm>
      </p:grpSpPr>
      <p:sp>
        <p:nvSpPr>
          <p:cNvPr id="40" name="Shape 40"/>
          <p:cNvSpPr/>
          <p:nvPr/>
        </p:nvSpPr>
        <p:spPr>
          <a:xfrm rot="-5400000">
            <a:off x="6431898" y="2431398"/>
            <a:ext cx="904306" cy="4519896"/>
          </a:xfrm>
          <a:custGeom>
            <a:pathLst>
              <a:path extrusionOk="0" h="4519897" w="1205742">
                <a:moveTo>
                  <a:pt x="924" y="0"/>
                </a:moveTo>
                <a:cubicBezTo>
                  <a:pt x="6351" y="1497993"/>
                  <a:pt x="-3772" y="3021904"/>
                  <a:pt x="1655" y="4519897"/>
                </a:cubicBezTo>
                <a:lnTo>
                  <a:pt x="831272" y="4518403"/>
                </a:lnTo>
                <a:lnTo>
                  <a:pt x="1205742" y="3850819"/>
                </a:lnTo>
                <a:lnTo>
                  <a:pt x="359114" y="3126246"/>
                </a:lnTo>
                <a:lnTo>
                  <a:pt x="880116" y="2173718"/>
                </a:lnTo>
                <a:lnTo>
                  <a:pt x="49768" y="1449145"/>
                </a:lnTo>
                <a:lnTo>
                  <a:pt x="562630" y="480334"/>
                </a:lnTo>
                <a:lnTo>
                  <a:pt x="924" y="0"/>
                </a:lnTo>
                <a:close/>
              </a:path>
            </a:pathLst>
          </a:custGeom>
          <a:solidFill>
            <a:schemeClr val="lt2"/>
          </a:solidFill>
          <a:ln>
            <a:noFill/>
          </a:ln>
        </p:spPr>
        <p:txBody>
          <a:bodyPr anchorCtr="0" anchor="ctr" bIns="45700" lIns="91425" rIns="91425" tIns="45700">
            <a:noAutofit/>
          </a:bodyPr>
          <a:lstStyle/>
          <a:p>
            <a:pPr>
              <a:spcBef>
                <a:spcPts val="0"/>
              </a:spcBef>
              <a:buNone/>
            </a:pPr>
            <a:r>
              <a:t/>
            </a:r>
            <a:endParaRPr/>
          </a:p>
        </p:txBody>
      </p:sp>
      <p:sp>
        <p:nvSpPr>
          <p:cNvPr id="41" name="Shape 41"/>
          <p:cNvSpPr txBox="1"/>
          <p:nvPr>
            <p:ph idx="12" type="sldNum"/>
          </p:nvPr>
        </p:nvSpPr>
        <p:spPr>
          <a:xfrm>
            <a:off x="8556791" y="4749850"/>
            <a:ext cx="548699" cy="393600"/>
          </a:xfrm>
          <a:prstGeom prst="rect">
            <a:avLst/>
          </a:prstGeom>
        </p:spPr>
        <p:txBody>
          <a:bodyPr anchorCtr="0" anchor="ctr" bIns="91425" lIns="91425" rIns="91425" tIns="91425">
            <a:noAutofit/>
          </a:bodyPr>
          <a:lstStyle>
            <a:lvl1pPr>
              <a:spcBef>
                <a:spcPts val="0"/>
              </a:spcBef>
              <a:buNone/>
              <a:defRPr/>
            </a:lvl1pPr>
          </a:lstStyle>
          <a:p>
            <a:pPr>
              <a:spcBef>
                <a:spcPts val="0"/>
              </a:spcBef>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slideLayout" Target="../slideLayouts/slideLayout4.xml"/><Relationship Id="rId3" Type="http://schemas.openxmlformats.org/officeDocument/2006/relationships/slideLayout" Target="../slideLayouts/slideLayout3.xml"/><Relationship Id="rId6" Type="http://schemas.openxmlformats.org/officeDocument/2006/relationships/slideLayout" Target="../slideLayouts/slideLayout6.xml"/><Relationship Id="rId5"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 name="Shape 4"/>
        <p:cNvGrpSpPr/>
        <p:nvPr/>
      </p:nvGrpSpPr>
      <p:grpSpPr>
        <a:xfrm>
          <a:off x="0" y="0"/>
          <a:ext cx="0" cy="0"/>
          <a:chOff x="0" y="0"/>
          <a:chExt cx="0" cy="0"/>
        </a:xfrm>
      </p:grpSpPr>
      <p:sp>
        <p:nvSpPr>
          <p:cNvPr id="5" name="Shape 5"/>
          <p:cNvSpPr/>
          <p:nvPr/>
        </p:nvSpPr>
        <p:spPr>
          <a:xfrm>
            <a:off x="0" y="1753577"/>
            <a:ext cx="1205741" cy="3389922"/>
          </a:xfrm>
          <a:custGeom>
            <a:pathLst>
              <a:path extrusionOk="0" h="4519897" w="1205742">
                <a:moveTo>
                  <a:pt x="924" y="0"/>
                </a:moveTo>
                <a:cubicBezTo>
                  <a:pt x="6351" y="1497993"/>
                  <a:pt x="-3772" y="3021904"/>
                  <a:pt x="1655" y="4519897"/>
                </a:cubicBezTo>
                <a:lnTo>
                  <a:pt x="831272" y="4518403"/>
                </a:lnTo>
                <a:lnTo>
                  <a:pt x="1205742" y="3850819"/>
                </a:lnTo>
                <a:lnTo>
                  <a:pt x="359114" y="3126246"/>
                </a:lnTo>
                <a:lnTo>
                  <a:pt x="880116" y="2173718"/>
                </a:lnTo>
                <a:lnTo>
                  <a:pt x="49768" y="1449145"/>
                </a:lnTo>
                <a:lnTo>
                  <a:pt x="562630" y="480334"/>
                </a:lnTo>
                <a:lnTo>
                  <a:pt x="924" y="0"/>
                </a:lnTo>
                <a:close/>
              </a:path>
            </a:pathLst>
          </a:custGeom>
          <a:solidFill>
            <a:schemeClr val="lt2"/>
          </a:solidFill>
          <a:ln>
            <a:noFill/>
          </a:ln>
        </p:spPr>
        <p:txBody>
          <a:bodyPr anchorCtr="0" anchor="ctr" bIns="45700" lIns="91425" rIns="91425" tIns="45700">
            <a:noAutofit/>
          </a:bodyPr>
          <a:lstStyle/>
          <a:p>
            <a:pPr>
              <a:spcBef>
                <a:spcPts val="0"/>
              </a:spcBef>
              <a:buNone/>
            </a:pPr>
            <a:r>
              <a:t/>
            </a:r>
            <a:endParaRPr/>
          </a:p>
        </p:txBody>
      </p:sp>
      <p:sp>
        <p:nvSpPr>
          <p:cNvPr id="6" name="Shape 6"/>
          <p:cNvSpPr txBox="1"/>
          <p:nvPr>
            <p:ph type="title"/>
          </p:nvPr>
        </p:nvSpPr>
        <p:spPr>
          <a:xfrm>
            <a:off x="457200" y="205978"/>
            <a:ext cx="8229600" cy="857400"/>
          </a:xfrm>
          <a:prstGeom prst="rect">
            <a:avLst/>
          </a:prstGeom>
          <a:noFill/>
          <a:ln>
            <a:noFill/>
          </a:ln>
        </p:spPr>
        <p:txBody>
          <a:bodyPr anchorCtr="0" anchor="b" bIns="91425" lIns="91425" rIns="91425" tIns="91425"/>
          <a:lstStyle>
            <a:lvl1pPr>
              <a:spcBef>
                <a:spcPts val="0"/>
              </a:spcBef>
              <a:buClr>
                <a:schemeClr val="dk1"/>
              </a:buClr>
              <a:buSzPct val="100000"/>
              <a:buFont typeface="Trebuchet MS"/>
              <a:buNone/>
              <a:defRPr b="1" sz="3600">
                <a:solidFill>
                  <a:schemeClr val="dk1"/>
                </a:solidFill>
                <a:latin typeface="Trebuchet MS"/>
                <a:ea typeface="Trebuchet MS"/>
                <a:cs typeface="Trebuchet MS"/>
                <a:sym typeface="Trebuchet MS"/>
              </a:defRPr>
            </a:lvl1pPr>
            <a:lvl2pPr>
              <a:spcBef>
                <a:spcPts val="0"/>
              </a:spcBef>
              <a:buClr>
                <a:schemeClr val="dk1"/>
              </a:buClr>
              <a:buSzPct val="100000"/>
              <a:buFont typeface="Trebuchet MS"/>
              <a:buNone/>
              <a:defRPr b="1" sz="3600">
                <a:solidFill>
                  <a:schemeClr val="dk1"/>
                </a:solidFill>
                <a:latin typeface="Trebuchet MS"/>
                <a:ea typeface="Trebuchet MS"/>
                <a:cs typeface="Trebuchet MS"/>
                <a:sym typeface="Trebuchet MS"/>
              </a:defRPr>
            </a:lvl2pPr>
            <a:lvl3pPr>
              <a:spcBef>
                <a:spcPts val="0"/>
              </a:spcBef>
              <a:buClr>
                <a:schemeClr val="dk1"/>
              </a:buClr>
              <a:buSzPct val="100000"/>
              <a:buFont typeface="Trebuchet MS"/>
              <a:buNone/>
              <a:defRPr b="1" sz="3600">
                <a:solidFill>
                  <a:schemeClr val="dk1"/>
                </a:solidFill>
                <a:latin typeface="Trebuchet MS"/>
                <a:ea typeface="Trebuchet MS"/>
                <a:cs typeface="Trebuchet MS"/>
                <a:sym typeface="Trebuchet MS"/>
              </a:defRPr>
            </a:lvl3pPr>
            <a:lvl4pPr>
              <a:spcBef>
                <a:spcPts val="0"/>
              </a:spcBef>
              <a:buClr>
                <a:schemeClr val="dk1"/>
              </a:buClr>
              <a:buSzPct val="100000"/>
              <a:buFont typeface="Trebuchet MS"/>
              <a:buNone/>
              <a:defRPr b="1" sz="3600">
                <a:solidFill>
                  <a:schemeClr val="dk1"/>
                </a:solidFill>
                <a:latin typeface="Trebuchet MS"/>
                <a:ea typeface="Trebuchet MS"/>
                <a:cs typeface="Trebuchet MS"/>
                <a:sym typeface="Trebuchet MS"/>
              </a:defRPr>
            </a:lvl4pPr>
            <a:lvl5pPr>
              <a:spcBef>
                <a:spcPts val="0"/>
              </a:spcBef>
              <a:buClr>
                <a:schemeClr val="dk1"/>
              </a:buClr>
              <a:buSzPct val="100000"/>
              <a:buFont typeface="Trebuchet MS"/>
              <a:buNone/>
              <a:defRPr b="1" sz="3600">
                <a:solidFill>
                  <a:schemeClr val="dk1"/>
                </a:solidFill>
                <a:latin typeface="Trebuchet MS"/>
                <a:ea typeface="Trebuchet MS"/>
                <a:cs typeface="Trebuchet MS"/>
                <a:sym typeface="Trebuchet MS"/>
              </a:defRPr>
            </a:lvl5pPr>
            <a:lvl6pPr>
              <a:spcBef>
                <a:spcPts val="0"/>
              </a:spcBef>
              <a:buClr>
                <a:schemeClr val="dk1"/>
              </a:buClr>
              <a:buSzPct val="100000"/>
              <a:buFont typeface="Trebuchet MS"/>
              <a:buNone/>
              <a:defRPr b="1" sz="3600">
                <a:solidFill>
                  <a:schemeClr val="dk1"/>
                </a:solidFill>
                <a:latin typeface="Trebuchet MS"/>
                <a:ea typeface="Trebuchet MS"/>
                <a:cs typeface="Trebuchet MS"/>
                <a:sym typeface="Trebuchet MS"/>
              </a:defRPr>
            </a:lvl6pPr>
            <a:lvl7pPr>
              <a:spcBef>
                <a:spcPts val="0"/>
              </a:spcBef>
              <a:buClr>
                <a:schemeClr val="dk1"/>
              </a:buClr>
              <a:buSzPct val="100000"/>
              <a:buFont typeface="Trebuchet MS"/>
              <a:buNone/>
              <a:defRPr b="1" sz="3600">
                <a:solidFill>
                  <a:schemeClr val="dk1"/>
                </a:solidFill>
                <a:latin typeface="Trebuchet MS"/>
                <a:ea typeface="Trebuchet MS"/>
                <a:cs typeface="Trebuchet MS"/>
                <a:sym typeface="Trebuchet MS"/>
              </a:defRPr>
            </a:lvl7pPr>
            <a:lvl8pPr>
              <a:spcBef>
                <a:spcPts val="0"/>
              </a:spcBef>
              <a:buClr>
                <a:schemeClr val="dk1"/>
              </a:buClr>
              <a:buSzPct val="100000"/>
              <a:buFont typeface="Trebuchet MS"/>
              <a:buNone/>
              <a:defRPr b="1" sz="3600">
                <a:solidFill>
                  <a:schemeClr val="dk1"/>
                </a:solidFill>
                <a:latin typeface="Trebuchet MS"/>
                <a:ea typeface="Trebuchet MS"/>
                <a:cs typeface="Trebuchet MS"/>
                <a:sym typeface="Trebuchet MS"/>
              </a:defRPr>
            </a:lvl8pPr>
            <a:lvl9pPr>
              <a:spcBef>
                <a:spcPts val="0"/>
              </a:spcBef>
              <a:buClr>
                <a:schemeClr val="dk1"/>
              </a:buClr>
              <a:buSzPct val="100000"/>
              <a:buFont typeface="Trebuchet MS"/>
              <a:buNone/>
              <a:defRPr b="1" sz="3600">
                <a:solidFill>
                  <a:schemeClr val="dk1"/>
                </a:solidFill>
                <a:latin typeface="Trebuchet MS"/>
                <a:ea typeface="Trebuchet MS"/>
                <a:cs typeface="Trebuchet MS"/>
                <a:sym typeface="Trebuchet MS"/>
              </a:defRPr>
            </a:lvl9pPr>
          </a:lstStyle>
          <a:p/>
        </p:txBody>
      </p:sp>
      <p:sp>
        <p:nvSpPr>
          <p:cNvPr id="7" name="Shape 7"/>
          <p:cNvSpPr txBox="1"/>
          <p:nvPr>
            <p:ph idx="1" type="body"/>
          </p:nvPr>
        </p:nvSpPr>
        <p:spPr>
          <a:xfrm>
            <a:off x="457200" y="1200150"/>
            <a:ext cx="8229600" cy="3725699"/>
          </a:xfrm>
          <a:prstGeom prst="rect">
            <a:avLst/>
          </a:prstGeom>
          <a:noFill/>
          <a:ln>
            <a:noFill/>
          </a:ln>
        </p:spPr>
        <p:txBody>
          <a:bodyPr anchorCtr="0" anchor="t" bIns="91425" lIns="91425" rIns="91425" tIns="91425"/>
          <a:lstStyle>
            <a:lvl1pPr>
              <a:spcBef>
                <a:spcPts val="600"/>
              </a:spcBef>
              <a:buClr>
                <a:schemeClr val="dk2"/>
              </a:buClr>
              <a:buSzPct val="100000"/>
              <a:buFont typeface="Trebuchet MS"/>
              <a:defRPr sz="3000">
                <a:solidFill>
                  <a:schemeClr val="dk2"/>
                </a:solidFill>
                <a:latin typeface="Trebuchet MS"/>
                <a:ea typeface="Trebuchet MS"/>
                <a:cs typeface="Trebuchet MS"/>
                <a:sym typeface="Trebuchet MS"/>
              </a:defRPr>
            </a:lvl1pPr>
            <a:lvl2pPr>
              <a:spcBef>
                <a:spcPts val="480"/>
              </a:spcBef>
              <a:buClr>
                <a:schemeClr val="dk2"/>
              </a:buClr>
              <a:buSzPct val="100000"/>
              <a:buFont typeface="Trebuchet MS"/>
              <a:defRPr sz="2400">
                <a:solidFill>
                  <a:schemeClr val="dk2"/>
                </a:solidFill>
                <a:latin typeface="Trebuchet MS"/>
                <a:ea typeface="Trebuchet MS"/>
                <a:cs typeface="Trebuchet MS"/>
                <a:sym typeface="Trebuchet MS"/>
              </a:defRPr>
            </a:lvl2pPr>
            <a:lvl3pPr>
              <a:spcBef>
                <a:spcPts val="480"/>
              </a:spcBef>
              <a:buClr>
                <a:schemeClr val="dk2"/>
              </a:buClr>
              <a:buSzPct val="100000"/>
              <a:buFont typeface="Trebuchet MS"/>
              <a:defRPr sz="2400">
                <a:solidFill>
                  <a:schemeClr val="dk2"/>
                </a:solidFill>
                <a:latin typeface="Trebuchet MS"/>
                <a:ea typeface="Trebuchet MS"/>
                <a:cs typeface="Trebuchet MS"/>
                <a:sym typeface="Trebuchet MS"/>
              </a:defRPr>
            </a:lvl3pPr>
            <a:lvl4pPr>
              <a:spcBef>
                <a:spcPts val="360"/>
              </a:spcBef>
              <a:buClr>
                <a:schemeClr val="dk2"/>
              </a:buClr>
              <a:buSzPct val="100000"/>
              <a:buFont typeface="Trebuchet MS"/>
              <a:defRPr sz="1800">
                <a:solidFill>
                  <a:schemeClr val="dk2"/>
                </a:solidFill>
                <a:latin typeface="Trebuchet MS"/>
                <a:ea typeface="Trebuchet MS"/>
                <a:cs typeface="Trebuchet MS"/>
                <a:sym typeface="Trebuchet MS"/>
              </a:defRPr>
            </a:lvl4pPr>
            <a:lvl5pPr>
              <a:spcBef>
                <a:spcPts val="360"/>
              </a:spcBef>
              <a:buClr>
                <a:schemeClr val="dk2"/>
              </a:buClr>
              <a:buSzPct val="100000"/>
              <a:buFont typeface="Trebuchet MS"/>
              <a:defRPr sz="1800">
                <a:solidFill>
                  <a:schemeClr val="dk2"/>
                </a:solidFill>
                <a:latin typeface="Trebuchet MS"/>
                <a:ea typeface="Trebuchet MS"/>
                <a:cs typeface="Trebuchet MS"/>
                <a:sym typeface="Trebuchet MS"/>
              </a:defRPr>
            </a:lvl5pPr>
            <a:lvl6pPr>
              <a:spcBef>
                <a:spcPts val="360"/>
              </a:spcBef>
              <a:buClr>
                <a:schemeClr val="dk2"/>
              </a:buClr>
              <a:buSzPct val="100000"/>
              <a:buFont typeface="Trebuchet MS"/>
              <a:defRPr sz="1800">
                <a:solidFill>
                  <a:schemeClr val="dk2"/>
                </a:solidFill>
                <a:latin typeface="Trebuchet MS"/>
                <a:ea typeface="Trebuchet MS"/>
                <a:cs typeface="Trebuchet MS"/>
                <a:sym typeface="Trebuchet MS"/>
              </a:defRPr>
            </a:lvl6pPr>
            <a:lvl7pPr>
              <a:spcBef>
                <a:spcPts val="360"/>
              </a:spcBef>
              <a:buClr>
                <a:schemeClr val="dk2"/>
              </a:buClr>
              <a:buSzPct val="100000"/>
              <a:buFont typeface="Trebuchet MS"/>
              <a:defRPr sz="1800">
                <a:solidFill>
                  <a:schemeClr val="dk2"/>
                </a:solidFill>
                <a:latin typeface="Trebuchet MS"/>
                <a:ea typeface="Trebuchet MS"/>
                <a:cs typeface="Trebuchet MS"/>
                <a:sym typeface="Trebuchet MS"/>
              </a:defRPr>
            </a:lvl7pPr>
            <a:lvl8pPr>
              <a:spcBef>
                <a:spcPts val="360"/>
              </a:spcBef>
              <a:buClr>
                <a:schemeClr val="dk2"/>
              </a:buClr>
              <a:buSzPct val="100000"/>
              <a:buFont typeface="Trebuchet MS"/>
              <a:defRPr sz="1800">
                <a:solidFill>
                  <a:schemeClr val="dk2"/>
                </a:solidFill>
                <a:latin typeface="Trebuchet MS"/>
                <a:ea typeface="Trebuchet MS"/>
                <a:cs typeface="Trebuchet MS"/>
                <a:sym typeface="Trebuchet MS"/>
              </a:defRPr>
            </a:lvl8pPr>
            <a:lvl9pPr>
              <a:spcBef>
                <a:spcPts val="360"/>
              </a:spcBef>
              <a:buClr>
                <a:schemeClr val="dk2"/>
              </a:buClr>
              <a:buSzPct val="100000"/>
              <a:buFont typeface="Trebuchet MS"/>
              <a:defRPr sz="1800">
                <a:solidFill>
                  <a:schemeClr val="dk2"/>
                </a:solidFill>
                <a:latin typeface="Trebuchet MS"/>
                <a:ea typeface="Trebuchet MS"/>
                <a:cs typeface="Trebuchet MS"/>
                <a:sym typeface="Trebuchet MS"/>
              </a:defRPr>
            </a:lvl9pPr>
          </a:lstStyle>
          <a:p/>
        </p:txBody>
      </p:sp>
      <p:sp>
        <p:nvSpPr>
          <p:cNvPr id="8" name="Shape 8"/>
          <p:cNvSpPr txBox="1"/>
          <p:nvPr>
            <p:ph idx="12" type="sldNum"/>
          </p:nvPr>
        </p:nvSpPr>
        <p:spPr>
          <a:xfrm>
            <a:off x="8556791" y="4749850"/>
            <a:ext cx="548699" cy="393600"/>
          </a:xfrm>
          <a:prstGeom prst="rect">
            <a:avLst/>
          </a:prstGeom>
          <a:noFill/>
          <a:ln>
            <a:noFill/>
          </a:ln>
        </p:spPr>
        <p:txBody>
          <a:bodyPr anchorCtr="0" anchor="ctr" bIns="91425" lIns="91425" rIns="91425" tIns="91425">
            <a:noAutofit/>
          </a:bodyPr>
          <a:lstStyle>
            <a:lvl1pPr algn="r">
              <a:spcBef>
                <a:spcPts val="0"/>
              </a:spcBef>
              <a:buNone/>
              <a:defRPr sz="1300">
                <a:solidFill>
                  <a:schemeClr val="dk2"/>
                </a:solidFill>
                <a:latin typeface="Trebuchet MS"/>
                <a:ea typeface="Trebuchet MS"/>
                <a:cs typeface="Trebuchet MS"/>
                <a:sym typeface="Trebuchet MS"/>
              </a:defRPr>
            </a:lvl1pPr>
          </a:lstStyle>
          <a:p>
            <a:pPr>
              <a:spcBef>
                <a:spcPts val="0"/>
              </a:spcBef>
              <a:buNone/>
            </a:pPr>
            <a:fld id="{00000000-1234-1234-1234-123412341234}" type="slidenum">
              <a:rPr lang="en"/>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a:lvl2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2pPr>
    </p:titleStyle>
    <p:body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a:lvl2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2pPr>
      <a:lvl3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3pPr>
      <a:lvl4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4pPr>
      <a:lvl5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5pPr>
      <a:lvl6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6pPr>
      <a:lvl7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7pPr>
      <a:lvl8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8pPr>
      <a:lvl9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9pPr>
    </p:bodyStyle>
    <p:other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a:lvl2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2pPr>
      <a:lvl3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3pPr>
      <a:lvl4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4pPr>
      <a:lvl5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5pPr>
      <a:lvl6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6pPr>
      <a:lvl7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7pPr>
      <a:lvl8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8pPr>
      <a:lvl9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3" Type="http://schemas.openxmlformats.org/officeDocument/2006/relationships/image" Target="../media/image0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 Id="rId3" Type="http://schemas.openxmlformats.org/officeDocument/2006/relationships/image" Target="../media/image0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04.png"/><Relationship Id="rId3" Type="http://schemas.openxmlformats.org/officeDocument/2006/relationships/image" Target="../media/image0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01.png"/><Relationship Id="rId3" Type="http://schemas.openxmlformats.org/officeDocument/2006/relationships/image" Target="../media/image0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2" name="Shape 42"/>
        <p:cNvGrpSpPr/>
        <p:nvPr/>
      </p:nvGrpSpPr>
      <p:grpSpPr>
        <a:xfrm>
          <a:off x="0" y="0"/>
          <a:ext cx="0" cy="0"/>
          <a:chOff x="0" y="0"/>
          <a:chExt cx="0" cy="0"/>
        </a:xfrm>
      </p:grpSpPr>
      <p:sp>
        <p:nvSpPr>
          <p:cNvPr id="43" name="Shape 43"/>
          <p:cNvSpPr txBox="1"/>
          <p:nvPr>
            <p:ph type="ctrTitle"/>
          </p:nvPr>
        </p:nvSpPr>
        <p:spPr>
          <a:xfrm>
            <a:off x="685800" y="746450"/>
            <a:ext cx="6087600" cy="1158600"/>
          </a:xfrm>
          <a:prstGeom prst="rect">
            <a:avLst/>
          </a:prstGeom>
        </p:spPr>
        <p:txBody>
          <a:bodyPr anchorCtr="0" anchor="b" bIns="91425" lIns="91425" rIns="91425" tIns="91425">
            <a:noAutofit/>
          </a:bodyPr>
          <a:lstStyle/>
          <a:p>
            <a:pPr>
              <a:spcBef>
                <a:spcPts val="0"/>
              </a:spcBef>
              <a:buNone/>
            </a:pPr>
            <a:r>
              <a:rPr lang="en"/>
              <a:t>Docker: The Linux Container Engine</a:t>
            </a:r>
          </a:p>
        </p:txBody>
      </p:sp>
      <p:sp>
        <p:nvSpPr>
          <p:cNvPr id="44" name="Shape 44"/>
          <p:cNvSpPr txBox="1"/>
          <p:nvPr>
            <p:ph idx="1" type="subTitle"/>
          </p:nvPr>
        </p:nvSpPr>
        <p:spPr>
          <a:xfrm>
            <a:off x="685800" y="1986416"/>
            <a:ext cx="5258700" cy="772800"/>
          </a:xfrm>
          <a:prstGeom prst="rect">
            <a:avLst/>
          </a:prstGeom>
        </p:spPr>
        <p:txBody>
          <a:bodyPr anchorCtr="0" anchor="t" bIns="91425" lIns="91425" rIns="91425" tIns="91425">
            <a:noAutofit/>
          </a:bodyPr>
          <a:lstStyle/>
          <a:p>
            <a:pPr>
              <a:spcBef>
                <a:spcPts val="0"/>
              </a:spcBef>
              <a:buNone/>
            </a:pPr>
            <a:r>
              <a:rPr lang="en"/>
              <a:t>Security Aspects</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8" name="Shape 48"/>
        <p:cNvGrpSpPr/>
        <p:nvPr/>
      </p:nvGrpSpPr>
      <p:grpSpPr>
        <a:xfrm>
          <a:off x="0" y="0"/>
          <a:ext cx="0" cy="0"/>
          <a:chOff x="0" y="0"/>
          <a:chExt cx="0" cy="0"/>
        </a:xfrm>
      </p:grpSpPr>
      <p:sp>
        <p:nvSpPr>
          <p:cNvPr id="49" name="Shape 49"/>
          <p:cNvSpPr txBox="1"/>
          <p:nvPr>
            <p:ph type="title"/>
          </p:nvPr>
        </p:nvSpPr>
        <p:spPr>
          <a:xfrm>
            <a:off x="457200" y="205978"/>
            <a:ext cx="8229600" cy="857400"/>
          </a:xfrm>
          <a:prstGeom prst="rect">
            <a:avLst/>
          </a:prstGeom>
        </p:spPr>
        <p:txBody>
          <a:bodyPr anchorCtr="0" anchor="b" bIns="91425" lIns="91425" rIns="91425" tIns="91425">
            <a:noAutofit/>
          </a:bodyPr>
          <a:lstStyle/>
          <a:p>
            <a:pPr>
              <a:spcBef>
                <a:spcPts val="0"/>
              </a:spcBef>
              <a:buNone/>
            </a:pPr>
            <a:r>
              <a:rPr lang="en"/>
              <a:t>What is Docker?</a:t>
            </a:r>
          </a:p>
        </p:txBody>
      </p:sp>
      <p:sp>
        <p:nvSpPr>
          <p:cNvPr id="50" name="Shape 50"/>
          <p:cNvSpPr txBox="1"/>
          <p:nvPr>
            <p:ph idx="1" type="body"/>
          </p:nvPr>
        </p:nvSpPr>
        <p:spPr>
          <a:xfrm>
            <a:off x="457200" y="1200150"/>
            <a:ext cx="8229600" cy="3725699"/>
          </a:xfrm>
          <a:prstGeom prst="rect">
            <a:avLst/>
          </a:prstGeom>
        </p:spPr>
        <p:txBody>
          <a:bodyPr anchorCtr="0" anchor="t" bIns="91425" lIns="91425" rIns="91425" tIns="91425">
            <a:noAutofit/>
          </a:bodyPr>
          <a:lstStyle/>
          <a:p>
            <a:pPr>
              <a:spcBef>
                <a:spcPts val="0"/>
              </a:spcBef>
              <a:buNone/>
            </a:pPr>
            <a:r>
              <a:t/>
            </a:r>
            <a:endParaRPr/>
          </a:p>
        </p:txBody>
      </p:sp>
      <p:pic>
        <p:nvPicPr>
          <p:cNvPr id="51" name="Shape 51"/>
          <p:cNvPicPr preferRelativeResize="0"/>
          <p:nvPr/>
        </p:nvPicPr>
        <p:blipFill>
          <a:blip r:embed="rId3">
            <a:alphaModFix/>
          </a:blip>
          <a:stretch>
            <a:fillRect/>
          </a:stretch>
        </p:blipFill>
        <p:spPr>
          <a:xfrm>
            <a:off x="1034700" y="1087300"/>
            <a:ext cx="6181725" cy="3419475"/>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5" name="Shape 55"/>
        <p:cNvGrpSpPr/>
        <p:nvPr/>
      </p:nvGrpSpPr>
      <p:grpSpPr>
        <a:xfrm>
          <a:off x="0" y="0"/>
          <a:ext cx="0" cy="0"/>
          <a:chOff x="0" y="0"/>
          <a:chExt cx="0" cy="0"/>
        </a:xfrm>
      </p:grpSpPr>
      <p:sp>
        <p:nvSpPr>
          <p:cNvPr id="56" name="Shape 56"/>
          <p:cNvSpPr txBox="1"/>
          <p:nvPr>
            <p:ph type="title"/>
          </p:nvPr>
        </p:nvSpPr>
        <p:spPr>
          <a:xfrm>
            <a:off x="457200" y="205978"/>
            <a:ext cx="8229600" cy="857400"/>
          </a:xfrm>
          <a:prstGeom prst="rect">
            <a:avLst/>
          </a:prstGeom>
        </p:spPr>
        <p:txBody>
          <a:bodyPr anchorCtr="0" anchor="b" bIns="91425" lIns="91425" rIns="91425" tIns="91425">
            <a:noAutofit/>
          </a:bodyPr>
          <a:lstStyle/>
          <a:p>
            <a:pPr>
              <a:spcBef>
                <a:spcPts val="0"/>
              </a:spcBef>
              <a:buNone/>
            </a:pPr>
            <a:r>
              <a:rPr lang="en"/>
              <a:t>Docker Internals</a:t>
            </a:r>
          </a:p>
        </p:txBody>
      </p:sp>
      <p:sp>
        <p:nvSpPr>
          <p:cNvPr id="57" name="Shape 57"/>
          <p:cNvSpPr txBox="1"/>
          <p:nvPr>
            <p:ph idx="1" type="body"/>
          </p:nvPr>
        </p:nvSpPr>
        <p:spPr>
          <a:xfrm>
            <a:off x="457200" y="1200150"/>
            <a:ext cx="8229600" cy="3725699"/>
          </a:xfrm>
          <a:prstGeom prst="rect">
            <a:avLst/>
          </a:prstGeom>
        </p:spPr>
        <p:txBody>
          <a:bodyPr anchorCtr="0" anchor="t" bIns="91425" lIns="91425" rIns="91425" tIns="91425">
            <a:noAutofit/>
          </a:bodyPr>
          <a:lstStyle/>
          <a:p>
            <a:pPr>
              <a:spcBef>
                <a:spcPts val="0"/>
              </a:spcBef>
              <a:buNone/>
            </a:pPr>
            <a:r>
              <a:t/>
            </a:r>
            <a:endParaRPr/>
          </a:p>
        </p:txBody>
      </p:sp>
      <p:pic>
        <p:nvPicPr>
          <p:cNvPr id="58" name="Shape 58"/>
          <p:cNvPicPr preferRelativeResize="0"/>
          <p:nvPr/>
        </p:nvPicPr>
        <p:blipFill>
          <a:blip r:embed="rId3">
            <a:alphaModFix/>
          </a:blip>
          <a:stretch>
            <a:fillRect/>
          </a:stretch>
        </p:blipFill>
        <p:spPr>
          <a:xfrm>
            <a:off x="1167500" y="1063375"/>
            <a:ext cx="5311724" cy="3686875"/>
          </a:xfrm>
          <a:prstGeom prst="rect">
            <a:avLst/>
          </a:prstGeom>
          <a:noFill/>
          <a:ln>
            <a:noFill/>
          </a:ln>
        </p:spPr>
      </p:pic>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2" name="Shape 62"/>
        <p:cNvGrpSpPr/>
        <p:nvPr/>
      </p:nvGrpSpPr>
      <p:grpSpPr>
        <a:xfrm>
          <a:off x="0" y="0"/>
          <a:ext cx="0" cy="0"/>
          <a:chOff x="0" y="0"/>
          <a:chExt cx="0" cy="0"/>
        </a:xfrm>
      </p:grpSpPr>
      <p:sp>
        <p:nvSpPr>
          <p:cNvPr id="63" name="Shape 63"/>
          <p:cNvSpPr txBox="1"/>
          <p:nvPr>
            <p:ph type="title"/>
          </p:nvPr>
        </p:nvSpPr>
        <p:spPr>
          <a:xfrm>
            <a:off x="457200" y="205978"/>
            <a:ext cx="8229600" cy="857400"/>
          </a:xfrm>
          <a:prstGeom prst="rect">
            <a:avLst/>
          </a:prstGeom>
        </p:spPr>
        <p:txBody>
          <a:bodyPr anchorCtr="0" anchor="b" bIns="91425" lIns="91425" rIns="91425" tIns="91425">
            <a:noAutofit/>
          </a:bodyPr>
          <a:lstStyle/>
          <a:p>
            <a:pPr>
              <a:spcBef>
                <a:spcPts val="0"/>
              </a:spcBef>
              <a:buNone/>
            </a:pPr>
            <a:r>
              <a:rPr lang="en"/>
              <a:t>Docker Security</a:t>
            </a:r>
          </a:p>
        </p:txBody>
      </p:sp>
      <p:sp>
        <p:nvSpPr>
          <p:cNvPr id="64" name="Shape 64"/>
          <p:cNvSpPr txBox="1"/>
          <p:nvPr>
            <p:ph idx="1" type="body"/>
          </p:nvPr>
        </p:nvSpPr>
        <p:spPr>
          <a:xfrm>
            <a:off x="457200" y="1200150"/>
            <a:ext cx="8229600" cy="3725699"/>
          </a:xfrm>
          <a:prstGeom prst="rect">
            <a:avLst/>
          </a:prstGeom>
        </p:spPr>
        <p:txBody>
          <a:bodyPr anchorCtr="0" anchor="t" bIns="91425" lIns="91425" rIns="91425" tIns="91425">
            <a:noAutofit/>
          </a:bodyPr>
          <a:lstStyle/>
          <a:p>
            <a:pPr indent="-419100" lvl="0" marL="457200" rtl="0">
              <a:spcBef>
                <a:spcPts val="0"/>
              </a:spcBef>
              <a:buClr>
                <a:schemeClr val="dk2"/>
              </a:buClr>
              <a:buSzPct val="100000"/>
              <a:buFont typeface="Arial"/>
              <a:buChar char="●"/>
            </a:pPr>
            <a:r>
              <a:rPr lang="en"/>
              <a:t>Growing pains</a:t>
            </a:r>
          </a:p>
          <a:p>
            <a:pPr indent="-419100" lvl="0" marL="457200" rtl="0">
              <a:spcBef>
                <a:spcPts val="0"/>
              </a:spcBef>
              <a:buClr>
                <a:schemeClr val="dk2"/>
              </a:buClr>
              <a:buSzPct val="100000"/>
              <a:buFont typeface="Arial"/>
              <a:buChar char="●"/>
            </a:pPr>
            <a:r>
              <a:rPr lang="en"/>
              <a:t>Linux Kernel</a:t>
            </a:r>
          </a:p>
          <a:p>
            <a:pPr indent="-419100" lvl="0" marL="457200" rtl="0">
              <a:spcBef>
                <a:spcPts val="0"/>
              </a:spcBef>
              <a:buClr>
                <a:schemeClr val="dk2"/>
              </a:buClr>
              <a:buSzPct val="100000"/>
              <a:buFont typeface="Arial"/>
              <a:buChar char="●"/>
            </a:pPr>
            <a:r>
              <a:rPr lang="en"/>
              <a:t>Linux Containers</a:t>
            </a:r>
          </a:p>
          <a:p>
            <a:pPr indent="-419100" lvl="0" marL="457200">
              <a:spcBef>
                <a:spcPts val="0"/>
              </a:spcBef>
              <a:buClr>
                <a:schemeClr val="dk2"/>
              </a:buClr>
              <a:buSzPct val="100000"/>
              <a:buFont typeface="Arial"/>
              <a:buChar char="●"/>
            </a:pPr>
            <a:r>
              <a:rPr lang="en"/>
              <a:t>Trusted containers</a:t>
            </a:r>
          </a:p>
        </p:txBody>
      </p:sp>
      <p:pic>
        <p:nvPicPr>
          <p:cNvPr id="65" name="Shape 65"/>
          <p:cNvPicPr preferRelativeResize="0"/>
          <p:nvPr/>
        </p:nvPicPr>
        <p:blipFill>
          <a:blip r:embed="rId3">
            <a:alphaModFix/>
          </a:blip>
          <a:stretch>
            <a:fillRect/>
          </a:stretch>
        </p:blipFill>
        <p:spPr>
          <a:xfrm>
            <a:off x="4599625" y="1373400"/>
            <a:ext cx="3810000" cy="3152775"/>
          </a:xfrm>
          <a:prstGeom prst="rect">
            <a:avLst/>
          </a:prstGeom>
          <a:noFill/>
          <a:ln>
            <a:noFill/>
          </a:ln>
        </p:spPr>
      </p:pic>
      <p:pic>
        <p:nvPicPr>
          <p:cNvPr id="66" name="Shape 66"/>
          <p:cNvPicPr preferRelativeResize="0"/>
          <p:nvPr/>
        </p:nvPicPr>
        <p:blipFill>
          <a:blip r:embed="rId4">
            <a:alphaModFix/>
          </a:blip>
          <a:stretch>
            <a:fillRect/>
          </a:stretch>
        </p:blipFill>
        <p:spPr>
          <a:xfrm>
            <a:off x="6105800" y="1280350"/>
            <a:ext cx="2438400" cy="2438400"/>
          </a:xfrm>
          <a:prstGeom prst="rect">
            <a:avLst/>
          </a:prstGeom>
          <a:noFill/>
          <a:ln>
            <a:noFill/>
          </a:ln>
        </p:spPr>
      </p:pic>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0" name="Shape 70"/>
        <p:cNvGrpSpPr/>
        <p:nvPr/>
      </p:nvGrpSpPr>
      <p:grpSpPr>
        <a:xfrm>
          <a:off x="0" y="0"/>
          <a:ext cx="0" cy="0"/>
          <a:chOff x="0" y="0"/>
          <a:chExt cx="0" cy="0"/>
        </a:xfrm>
      </p:grpSpPr>
      <p:sp>
        <p:nvSpPr>
          <p:cNvPr id="71" name="Shape 71"/>
          <p:cNvSpPr txBox="1"/>
          <p:nvPr>
            <p:ph type="title"/>
          </p:nvPr>
        </p:nvSpPr>
        <p:spPr>
          <a:xfrm>
            <a:off x="457200" y="205978"/>
            <a:ext cx="8229600" cy="857400"/>
          </a:xfrm>
          <a:prstGeom prst="rect">
            <a:avLst/>
          </a:prstGeom>
        </p:spPr>
        <p:txBody>
          <a:bodyPr anchorCtr="0" anchor="b" bIns="91425" lIns="91425" rIns="91425" tIns="91425">
            <a:noAutofit/>
          </a:bodyPr>
          <a:lstStyle/>
          <a:p>
            <a:pPr>
              <a:spcBef>
                <a:spcPts val="0"/>
              </a:spcBef>
              <a:buNone/>
            </a:pPr>
            <a:r>
              <a:rPr lang="en"/>
              <a:t>Linux Kernel Namespaces</a:t>
            </a:r>
          </a:p>
        </p:txBody>
      </p:sp>
      <p:sp>
        <p:nvSpPr>
          <p:cNvPr id="72" name="Shape 72"/>
          <p:cNvSpPr txBox="1"/>
          <p:nvPr>
            <p:ph idx="1" type="body"/>
          </p:nvPr>
        </p:nvSpPr>
        <p:spPr>
          <a:xfrm>
            <a:off x="457200" y="1200150"/>
            <a:ext cx="8229600" cy="3725699"/>
          </a:xfrm>
          <a:prstGeom prst="rect">
            <a:avLst/>
          </a:prstGeom>
        </p:spPr>
        <p:txBody>
          <a:bodyPr anchorCtr="0" anchor="t" bIns="91425" lIns="91425" rIns="91425" tIns="91425">
            <a:noAutofit/>
          </a:bodyPr>
          <a:lstStyle/>
          <a:p>
            <a:pPr indent="-419100" lvl="0" marL="457200" rtl="0">
              <a:spcBef>
                <a:spcPts val="0"/>
              </a:spcBef>
              <a:buClr>
                <a:schemeClr val="dk2"/>
              </a:buClr>
              <a:buSzPct val="100000"/>
              <a:buFont typeface="Arial"/>
              <a:buChar char="●"/>
            </a:pPr>
            <a:r>
              <a:rPr lang="en"/>
              <a:t>Isolates processes into namespaces:</a:t>
            </a:r>
          </a:p>
          <a:p>
            <a:pPr indent="-381000" lvl="1" marL="914400" rtl="0">
              <a:spcBef>
                <a:spcPts val="0"/>
              </a:spcBef>
              <a:buClr>
                <a:schemeClr val="dk2"/>
              </a:buClr>
              <a:buSzPct val="80000"/>
              <a:buFont typeface="Courier New"/>
              <a:buChar char="o"/>
            </a:pPr>
            <a:r>
              <a:rPr lang="en"/>
              <a:t>Process ID: Isolates process IDs and gives own process numbering that is only seen by parent</a:t>
            </a:r>
          </a:p>
          <a:p>
            <a:pPr indent="-381000" lvl="1" marL="914400" rtl="0">
              <a:spcBef>
                <a:spcPts val="0"/>
              </a:spcBef>
              <a:buClr>
                <a:schemeClr val="dk2"/>
              </a:buClr>
              <a:buSzPct val="80000"/>
              <a:buFont typeface="Courier New"/>
              <a:buChar char="o"/>
            </a:pPr>
            <a:r>
              <a:rPr lang="en"/>
              <a:t>Network: Isolates network devices, stacks, and ports. Own routing table, iptables chains and rules.</a:t>
            </a:r>
          </a:p>
          <a:p>
            <a:pPr indent="-381000" lvl="1" marL="914400" rtl="0">
              <a:spcBef>
                <a:spcPts val="0"/>
              </a:spcBef>
              <a:buClr>
                <a:schemeClr val="dk2"/>
              </a:buClr>
              <a:buSzPct val="80000"/>
              <a:buFont typeface="Courier New"/>
              <a:buChar char="o"/>
            </a:pPr>
            <a:r>
              <a:rPr lang="en"/>
              <a:t>Mount: Isolates mount points and translates paths to root rather than relative.</a:t>
            </a:r>
          </a:p>
          <a:p>
            <a:pPr indent="-381000" lvl="1" marL="914400">
              <a:spcBef>
                <a:spcPts val="0"/>
              </a:spcBef>
              <a:buClr>
                <a:schemeClr val="dk2"/>
              </a:buClr>
              <a:buSzPct val="80000"/>
              <a:buFont typeface="Courier New"/>
              <a:buChar char="o"/>
            </a:pPr>
            <a:r>
              <a:rPr lang="en"/>
              <a:t>UNIX Time-Sharing: Allows for processes to have different hostname.</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6" name="Shape 76"/>
        <p:cNvGrpSpPr/>
        <p:nvPr/>
      </p:nvGrpSpPr>
      <p:grpSpPr>
        <a:xfrm>
          <a:off x="0" y="0"/>
          <a:ext cx="0" cy="0"/>
          <a:chOff x="0" y="0"/>
          <a:chExt cx="0" cy="0"/>
        </a:xfrm>
      </p:grpSpPr>
      <p:sp>
        <p:nvSpPr>
          <p:cNvPr id="77" name="Shape 77"/>
          <p:cNvSpPr txBox="1"/>
          <p:nvPr>
            <p:ph type="title"/>
          </p:nvPr>
        </p:nvSpPr>
        <p:spPr>
          <a:xfrm>
            <a:off x="457200" y="205978"/>
            <a:ext cx="8229600" cy="857400"/>
          </a:xfrm>
          <a:prstGeom prst="rect">
            <a:avLst/>
          </a:prstGeom>
        </p:spPr>
        <p:txBody>
          <a:bodyPr anchorCtr="0" anchor="b" bIns="91425" lIns="91425" rIns="91425" tIns="91425">
            <a:noAutofit/>
          </a:bodyPr>
          <a:lstStyle/>
          <a:p>
            <a:pPr>
              <a:spcBef>
                <a:spcPts val="0"/>
              </a:spcBef>
              <a:buNone/>
            </a:pPr>
            <a:r>
              <a:rPr lang="en"/>
              <a:t>Linux Kernel Control Groups</a:t>
            </a:r>
          </a:p>
        </p:txBody>
      </p:sp>
      <p:sp>
        <p:nvSpPr>
          <p:cNvPr id="78" name="Shape 78"/>
          <p:cNvSpPr txBox="1"/>
          <p:nvPr>
            <p:ph idx="1" type="body"/>
          </p:nvPr>
        </p:nvSpPr>
        <p:spPr>
          <a:xfrm>
            <a:off x="457200" y="1200150"/>
            <a:ext cx="8229600" cy="3725699"/>
          </a:xfrm>
          <a:prstGeom prst="rect">
            <a:avLst/>
          </a:prstGeom>
        </p:spPr>
        <p:txBody>
          <a:bodyPr anchorCtr="0" anchor="t" bIns="91425" lIns="91425" rIns="91425" tIns="91425">
            <a:noAutofit/>
          </a:bodyPr>
          <a:lstStyle/>
          <a:p>
            <a:pPr indent="-419100" lvl="0" marL="457200" rtl="0">
              <a:spcBef>
                <a:spcPts val="0"/>
              </a:spcBef>
              <a:buClr>
                <a:schemeClr val="dk2"/>
              </a:buClr>
              <a:buSzPct val="100000"/>
              <a:buFont typeface="Arial"/>
              <a:buChar char="●"/>
            </a:pPr>
            <a:r>
              <a:rPr lang="en"/>
              <a:t>Monitors, isolates and limits resources</a:t>
            </a:r>
          </a:p>
          <a:p>
            <a:pPr indent="-419100" lvl="0" marL="457200" rtl="0">
              <a:spcBef>
                <a:spcPts val="0"/>
              </a:spcBef>
              <a:buClr>
                <a:schemeClr val="dk2"/>
              </a:buClr>
              <a:buSzPct val="100000"/>
              <a:buFont typeface="Arial"/>
              <a:buChar char="●"/>
            </a:pPr>
            <a:r>
              <a:rPr lang="en"/>
              <a:t>Separate controllers for each resource:</a:t>
            </a:r>
          </a:p>
          <a:p>
            <a:pPr indent="-381000" lvl="1" marL="914400" rtl="0">
              <a:spcBef>
                <a:spcPts val="0"/>
              </a:spcBef>
              <a:buClr>
                <a:schemeClr val="dk2"/>
              </a:buClr>
              <a:buSzPct val="80000"/>
              <a:buFont typeface="Courier New"/>
              <a:buChar char="o"/>
            </a:pPr>
            <a:r>
              <a:rPr lang="en"/>
              <a:t>Memory e.g. Limit RAM caching</a:t>
            </a:r>
          </a:p>
          <a:p>
            <a:pPr indent="-381000" lvl="1" marL="914400" rtl="0">
              <a:spcBef>
                <a:spcPts val="0"/>
              </a:spcBef>
              <a:buClr>
                <a:schemeClr val="dk2"/>
              </a:buClr>
              <a:buSzPct val="80000"/>
              <a:buFont typeface="Courier New"/>
              <a:buChar char="o"/>
            </a:pPr>
            <a:r>
              <a:rPr lang="en"/>
              <a:t>CPU e.g. Limit CPU time</a:t>
            </a:r>
          </a:p>
          <a:p>
            <a:pPr indent="-381000" lvl="1" marL="914400">
              <a:spcBef>
                <a:spcPts val="0"/>
              </a:spcBef>
              <a:buClr>
                <a:schemeClr val="dk2"/>
              </a:buClr>
              <a:buSzPct val="80000"/>
              <a:buFont typeface="Courier New"/>
              <a:buChar char="o"/>
            </a:pPr>
            <a:r>
              <a:rPr lang="en"/>
              <a:t>Block I/O e.g. Limit operations per second</a:t>
            </a: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2" name="Shape 82"/>
        <p:cNvGrpSpPr/>
        <p:nvPr/>
      </p:nvGrpSpPr>
      <p:grpSpPr>
        <a:xfrm>
          <a:off x="0" y="0"/>
          <a:ext cx="0" cy="0"/>
          <a:chOff x="0" y="0"/>
          <a:chExt cx="0" cy="0"/>
        </a:xfrm>
      </p:grpSpPr>
      <p:sp>
        <p:nvSpPr>
          <p:cNvPr id="83" name="Shape 83"/>
          <p:cNvSpPr txBox="1"/>
          <p:nvPr>
            <p:ph type="title"/>
          </p:nvPr>
        </p:nvSpPr>
        <p:spPr>
          <a:xfrm>
            <a:off x="258450" y="205975"/>
            <a:ext cx="8707200" cy="857400"/>
          </a:xfrm>
          <a:prstGeom prst="rect">
            <a:avLst/>
          </a:prstGeom>
        </p:spPr>
        <p:txBody>
          <a:bodyPr anchorCtr="0" anchor="b" bIns="91425" lIns="91425" rIns="91425" tIns="91425">
            <a:noAutofit/>
          </a:bodyPr>
          <a:lstStyle/>
          <a:p>
            <a:pPr>
              <a:spcBef>
                <a:spcPts val="0"/>
              </a:spcBef>
              <a:buNone/>
            </a:pPr>
            <a:r>
              <a:rPr lang="en"/>
              <a:t>Security: AppArmor and Common Sense</a:t>
            </a:r>
          </a:p>
        </p:txBody>
      </p:sp>
      <p:sp>
        <p:nvSpPr>
          <p:cNvPr id="84" name="Shape 84"/>
          <p:cNvSpPr txBox="1"/>
          <p:nvPr>
            <p:ph idx="1" type="body"/>
          </p:nvPr>
        </p:nvSpPr>
        <p:spPr>
          <a:xfrm>
            <a:off x="457200" y="1200150"/>
            <a:ext cx="8229600" cy="3725699"/>
          </a:xfrm>
          <a:prstGeom prst="rect">
            <a:avLst/>
          </a:prstGeom>
        </p:spPr>
        <p:txBody>
          <a:bodyPr anchorCtr="0" anchor="t" bIns="91425" lIns="91425" rIns="91425" tIns="91425">
            <a:noAutofit/>
          </a:bodyPr>
          <a:lstStyle/>
          <a:p>
            <a:pPr indent="-419100" lvl="0" marL="457200" rtl="0">
              <a:spcBef>
                <a:spcPts val="0"/>
              </a:spcBef>
              <a:buClr>
                <a:schemeClr val="dk2"/>
              </a:buClr>
              <a:buSzPct val="100000"/>
              <a:buFont typeface="Arial"/>
              <a:buChar char="●"/>
            </a:pPr>
            <a:r>
              <a:rPr lang="en"/>
              <a:t>Use non-privileged containers</a:t>
            </a:r>
          </a:p>
          <a:p>
            <a:pPr indent="-419100" lvl="0" marL="457200" rtl="0">
              <a:spcBef>
                <a:spcPts val="0"/>
              </a:spcBef>
              <a:buClr>
                <a:schemeClr val="dk2"/>
              </a:buClr>
              <a:buSzPct val="100000"/>
              <a:buFont typeface="Arial"/>
              <a:buChar char="●"/>
            </a:pPr>
            <a:r>
              <a:rPr lang="en"/>
              <a:t>Use newer kernel, 3.14+, and update often</a:t>
            </a:r>
          </a:p>
          <a:p>
            <a:pPr indent="-419100" lvl="0" marL="457200" rtl="0">
              <a:spcBef>
                <a:spcPts val="0"/>
              </a:spcBef>
              <a:buClr>
                <a:schemeClr val="dk2"/>
              </a:buClr>
              <a:buSzPct val="100000"/>
              <a:buFont typeface="Arial"/>
              <a:buChar char="●"/>
            </a:pPr>
            <a:r>
              <a:rPr lang="en"/>
              <a:t>Use a MAC System (AppArmor, SELinux)</a:t>
            </a:r>
          </a:p>
          <a:p>
            <a:pPr indent="-419100" lvl="0" marL="457200">
              <a:spcBef>
                <a:spcPts val="0"/>
              </a:spcBef>
              <a:buClr>
                <a:schemeClr val="dk2"/>
              </a:buClr>
              <a:buSzPct val="100000"/>
              <a:buFont typeface="Arial"/>
              <a:buChar char="●"/>
            </a:pPr>
            <a:r>
              <a:rPr lang="en"/>
              <a:t>Remove unneeded risks, i.e. SUID binaries</a:t>
            </a:r>
          </a:p>
        </p:txBody>
      </p:sp>
      <p:pic>
        <p:nvPicPr>
          <p:cNvPr id="85" name="Shape 85"/>
          <p:cNvPicPr preferRelativeResize="0"/>
          <p:nvPr/>
        </p:nvPicPr>
        <p:blipFill>
          <a:blip r:embed="rId3">
            <a:alphaModFix/>
          </a:blip>
          <a:stretch>
            <a:fillRect/>
          </a:stretch>
        </p:blipFill>
        <p:spPr>
          <a:xfrm>
            <a:off x="5463225" y="3090000"/>
            <a:ext cx="3604575" cy="1683449"/>
          </a:xfrm>
          <a:prstGeom prst="rect">
            <a:avLst/>
          </a:prstGeom>
          <a:noFill/>
          <a:ln>
            <a:noFill/>
          </a:ln>
        </p:spPr>
      </p:pic>
      <p:pic>
        <p:nvPicPr>
          <p:cNvPr id="86" name="Shape 86"/>
          <p:cNvPicPr preferRelativeResize="0"/>
          <p:nvPr/>
        </p:nvPicPr>
        <p:blipFill>
          <a:blip r:embed="rId4">
            <a:alphaModFix/>
          </a:blip>
          <a:stretch>
            <a:fillRect/>
          </a:stretch>
        </p:blipFill>
        <p:spPr>
          <a:xfrm>
            <a:off x="3634662" y="3223725"/>
            <a:ext cx="1874674" cy="1955424"/>
          </a:xfrm>
          <a:prstGeom prst="rect">
            <a:avLst/>
          </a:prstGeom>
          <a:noFill/>
          <a:ln>
            <a:noFill/>
          </a:ln>
        </p:spPr>
      </p:pic>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0" name="Shape 90"/>
        <p:cNvGrpSpPr/>
        <p:nvPr/>
      </p:nvGrpSpPr>
      <p:grpSpPr>
        <a:xfrm>
          <a:off x="0" y="0"/>
          <a:ext cx="0" cy="0"/>
          <a:chOff x="0" y="0"/>
          <a:chExt cx="0" cy="0"/>
        </a:xfrm>
      </p:grpSpPr>
      <p:sp>
        <p:nvSpPr>
          <p:cNvPr id="91" name="Shape 91"/>
          <p:cNvSpPr txBox="1"/>
          <p:nvPr>
            <p:ph type="title"/>
          </p:nvPr>
        </p:nvSpPr>
        <p:spPr>
          <a:xfrm>
            <a:off x="457200" y="205978"/>
            <a:ext cx="8229600" cy="857400"/>
          </a:xfrm>
          <a:prstGeom prst="rect">
            <a:avLst/>
          </a:prstGeom>
        </p:spPr>
        <p:txBody>
          <a:bodyPr anchorCtr="0" anchor="b" bIns="91425" lIns="91425" rIns="91425" tIns="91425">
            <a:noAutofit/>
          </a:bodyPr>
          <a:lstStyle/>
          <a:p>
            <a:pPr>
              <a:spcBef>
                <a:spcPts val="0"/>
              </a:spcBef>
              <a:buNone/>
            </a:pPr>
            <a:r>
              <a:rPr lang="en"/>
              <a:t>Conclusions</a:t>
            </a:r>
          </a:p>
        </p:txBody>
      </p:sp>
      <p:sp>
        <p:nvSpPr>
          <p:cNvPr id="92" name="Shape 92"/>
          <p:cNvSpPr txBox="1"/>
          <p:nvPr>
            <p:ph idx="1" type="body"/>
          </p:nvPr>
        </p:nvSpPr>
        <p:spPr>
          <a:xfrm>
            <a:off x="457200" y="1200150"/>
            <a:ext cx="8229600" cy="3725699"/>
          </a:xfrm>
          <a:prstGeom prst="rect">
            <a:avLst/>
          </a:prstGeom>
        </p:spPr>
        <p:txBody>
          <a:bodyPr anchorCtr="0" anchor="t" bIns="91425" lIns="91425" rIns="91425" tIns="91425">
            <a:noAutofit/>
          </a:bodyPr>
          <a:lstStyle/>
          <a:p>
            <a:pPr indent="-419100" lvl="0" marL="457200" rtl="0">
              <a:spcBef>
                <a:spcPts val="0"/>
              </a:spcBef>
              <a:buClr>
                <a:schemeClr val="dk2"/>
              </a:buClr>
              <a:buSzPct val="100000"/>
              <a:buFont typeface="Arial"/>
              <a:buChar char="●"/>
            </a:pPr>
            <a:r>
              <a:rPr lang="en"/>
              <a:t>Docker is secure*</a:t>
            </a:r>
          </a:p>
          <a:p>
            <a:pPr indent="-381000" lvl="1" marL="914400" rtl="0">
              <a:spcBef>
                <a:spcPts val="0"/>
              </a:spcBef>
              <a:buClr>
                <a:schemeClr val="dk2"/>
              </a:buClr>
              <a:buSzPct val="80000"/>
              <a:buFont typeface="Courier New"/>
              <a:buChar char="o"/>
            </a:pPr>
            <a:r>
              <a:rPr lang="en"/>
              <a:t>Depending on your setup, your needs and your willingness to configure internals</a:t>
            </a:r>
          </a:p>
          <a:p>
            <a:pPr indent="-419100" lvl="0" marL="457200" rtl="0">
              <a:spcBef>
                <a:spcPts val="0"/>
              </a:spcBef>
              <a:buClr>
                <a:schemeClr val="dk2"/>
              </a:buClr>
              <a:buSzPct val="100000"/>
              <a:buFont typeface="Arial"/>
              <a:buChar char="●"/>
            </a:pPr>
            <a:r>
              <a:rPr lang="en"/>
              <a:t>Namespaces, Cgroups, AppArmour</a:t>
            </a:r>
          </a:p>
          <a:p>
            <a:pPr lvl="0" rtl="0">
              <a:spcBef>
                <a:spcPts val="0"/>
              </a:spcBef>
              <a:buNone/>
            </a:pPr>
            <a:r>
              <a:t/>
            </a:r>
            <a:endParaRPr/>
          </a:p>
          <a:p>
            <a:pPr rtl="0">
              <a:spcBef>
                <a:spcPts val="0"/>
              </a:spcBef>
              <a:buNone/>
            </a:pPr>
            <a:r>
              <a:t/>
            </a:r>
            <a:endParaRPr/>
          </a:p>
          <a:p>
            <a:pPr lvl="0">
              <a:spcBef>
                <a:spcPts val="0"/>
              </a:spcBef>
              <a:buNone/>
            </a:pPr>
            <a:r>
              <a:rPr lang="en"/>
              <a:t>* As secure as other options with easier setup</a:t>
            </a: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6" name="Shape 96"/>
        <p:cNvGrpSpPr/>
        <p:nvPr/>
      </p:nvGrpSpPr>
      <p:grpSpPr>
        <a:xfrm>
          <a:off x="0" y="0"/>
          <a:ext cx="0" cy="0"/>
          <a:chOff x="0" y="0"/>
          <a:chExt cx="0" cy="0"/>
        </a:xfrm>
      </p:grpSpPr>
      <p:sp>
        <p:nvSpPr>
          <p:cNvPr id="97" name="Shape 97"/>
          <p:cNvSpPr txBox="1"/>
          <p:nvPr>
            <p:ph type="title"/>
          </p:nvPr>
        </p:nvSpPr>
        <p:spPr>
          <a:xfrm>
            <a:off x="457200" y="205978"/>
            <a:ext cx="8229600" cy="857400"/>
          </a:xfrm>
          <a:prstGeom prst="rect">
            <a:avLst/>
          </a:prstGeom>
        </p:spPr>
        <p:txBody>
          <a:bodyPr anchorCtr="0" anchor="b" bIns="91425" lIns="91425" rIns="91425" tIns="91425">
            <a:noAutofit/>
          </a:bodyPr>
          <a:lstStyle/>
          <a:p>
            <a:pPr>
              <a:spcBef>
                <a:spcPts val="0"/>
              </a:spcBef>
              <a:buNone/>
            </a:pPr>
            <a:r>
              <a:rPr lang="en"/>
              <a:t>Questions?</a:t>
            </a:r>
          </a:p>
        </p:txBody>
      </p:sp>
      <p:sp>
        <p:nvSpPr>
          <p:cNvPr id="98" name="Shape 98"/>
          <p:cNvSpPr txBox="1"/>
          <p:nvPr>
            <p:ph idx="1" type="body"/>
          </p:nvPr>
        </p:nvSpPr>
        <p:spPr>
          <a:xfrm>
            <a:off x="457200" y="1200150"/>
            <a:ext cx="8229600" cy="3725699"/>
          </a:xfrm>
          <a:prstGeom prst="rect">
            <a:avLst/>
          </a:prstGeom>
        </p:spPr>
        <p:txBody>
          <a:bodyPr anchorCtr="0" anchor="t" bIns="91425" lIns="91425" rIns="91425" tIns="91425">
            <a:noAutofit/>
          </a:bodyPr>
          <a:lstStyle/>
          <a:p>
            <a:pPr>
              <a:spcBef>
                <a:spcPts val="0"/>
              </a:spcBef>
              <a:buNone/>
            </a:pPr>
            <a:r>
              <a:t/>
            </a:r>
            <a:endParaRPr/>
          </a:p>
        </p:txBody>
      </p:sp>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western">
  <a:themeElements>
    <a:clrScheme name="Custom 424">
      <a:dk1>
        <a:srgbClr val="B0271C"/>
      </a:dk1>
      <a:lt1>
        <a:srgbClr val="FFE8BB"/>
      </a:lt1>
      <a:dk2>
        <a:srgbClr val="374252"/>
      </a:dk2>
      <a:lt2>
        <a:srgbClr val="A5BDC0"/>
      </a:lt2>
      <a:accent1>
        <a:srgbClr val="C0974D"/>
      </a:accent1>
      <a:accent2>
        <a:srgbClr val="E49C5F"/>
      </a:accent2>
      <a:accent3>
        <a:srgbClr val="5D7372"/>
      </a:accent3>
      <a:accent4>
        <a:srgbClr val="B92C00"/>
      </a:accent4>
      <a:accent5>
        <a:srgbClr val="804000"/>
      </a:accent5>
      <a:accent6>
        <a:srgbClr val="A49D80"/>
      </a:accent6>
      <a:hlink>
        <a:srgbClr val="B0271C"/>
      </a:hlink>
      <a:folHlink>
        <a:srgbClr val="5B5F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cap="flat" cmpd="sng" w="9525" algn="ctr">
          <a:solidFill>
            <a:schemeClr val="phClr">
              <a:shade val="95000"/>
              <a:satMod val="105000"/>
            </a:schemeClr>
          </a:solidFill>
          <a:prstDash val="solid"/>
        </a:ln>
        <a:ln cap="flat" cmpd="sng" w="25400" algn="ctr">
          <a:solidFill>
            <a:schemeClr val="phClr"/>
          </a:solidFill>
          <a:prstDash val="solid"/>
        </a:ln>
        <a:ln cap="flat" cmpd="sng" w="38100" algn="ctr">
          <a:solidFill>
            <a:schemeClr val="phClr"/>
          </a:solidFill>
          <a:prstDash val="solid"/>
        </a:ln>
      </a:lnStyleLst>
      <a:effectStyleLst>
        <a:effectStyle>
          <a:effectLst>
            <a:outerShdw blurRad="40000" rotWithShape="0" dir="5400000" dist="20000">
              <a:srgbClr val="000000">
                <a:alpha val="38000"/>
              </a:srgbClr>
            </a:outerShdw>
          </a:effectLst>
        </a:effectStyle>
        <a:effectStyle>
          <a:effectLst>
            <a:outerShdw blurRad="40000" rotWithShape="0" dir="5400000" dist="23000">
              <a:srgbClr val="000000">
                <a:alpha val="35000"/>
              </a:srgbClr>
            </a:outerShdw>
          </a:effectLst>
        </a:effectStyle>
        <a:effectStyle>
          <a:effectLst>
            <a:outerShdw blurRad="40000" rotWithShape="0" dir="5400000" dist="2300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cap="flat" cmpd="sng" w="9525" algn="ctr">
          <a:solidFill>
            <a:schemeClr val="phClr">
              <a:shade val="95000"/>
              <a:satMod val="105000"/>
            </a:schemeClr>
          </a:solidFill>
          <a:prstDash val="solid"/>
        </a:ln>
        <a:ln cap="flat" cmpd="sng" w="25400" algn="ctr">
          <a:solidFill>
            <a:schemeClr val="phClr"/>
          </a:solidFill>
          <a:prstDash val="solid"/>
        </a:ln>
        <a:ln cap="flat" cmpd="sng" w="38100" algn="ctr">
          <a:solidFill>
            <a:schemeClr val="phClr"/>
          </a:solidFill>
          <a:prstDash val="solid"/>
        </a:ln>
      </a:lnStyleLst>
      <a:effectStyleLst>
        <a:effectStyle>
          <a:effectLst>
            <a:outerShdw blurRad="40000" rotWithShape="0" dir="5400000" dist="20000">
              <a:srgbClr val="000000">
                <a:alpha val="38000"/>
              </a:srgbClr>
            </a:outerShdw>
          </a:effectLst>
        </a:effectStyle>
        <a:effectStyle>
          <a:effectLst>
            <a:outerShdw blurRad="40000" rotWithShape="0" dir="5400000" dist="23000">
              <a:srgbClr val="000000">
                <a:alpha val="35000"/>
              </a:srgbClr>
            </a:outerShdw>
          </a:effectLst>
        </a:effectStyle>
        <a:effectStyle>
          <a:effectLst>
            <a:outerShdw blurRad="40000" rotWithShape="0" dir="5400000" dist="2300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cap="flat" cmpd="sng" w="9525" algn="ctr">
          <a:solidFill>
            <a:schemeClr val="phClr">
              <a:shade val="95000"/>
              <a:satMod val="105000"/>
            </a:schemeClr>
          </a:solidFill>
          <a:prstDash val="solid"/>
        </a:ln>
        <a:ln cap="flat" cmpd="sng" w="25400" algn="ctr">
          <a:solidFill>
            <a:schemeClr val="phClr"/>
          </a:solidFill>
          <a:prstDash val="solid"/>
        </a:ln>
        <a:ln cap="flat" cmpd="sng" w="38100" algn="ctr">
          <a:solidFill>
            <a:schemeClr val="phClr"/>
          </a:solidFill>
          <a:prstDash val="solid"/>
        </a:ln>
      </a:lnStyleLst>
      <a:effectStyleLst>
        <a:effectStyle>
          <a:effectLst>
            <a:outerShdw blurRad="40000" rotWithShape="0" dir="5400000" dist="20000">
              <a:srgbClr val="000000">
                <a:alpha val="38000"/>
              </a:srgbClr>
            </a:outerShdw>
          </a:effectLst>
        </a:effectStyle>
        <a:effectStyle>
          <a:effectLst>
            <a:outerShdw blurRad="40000" rotWithShape="0" dir="5400000" dist="23000">
              <a:srgbClr val="000000">
                <a:alpha val="35000"/>
              </a:srgbClr>
            </a:outerShdw>
          </a:effectLst>
        </a:effectStyle>
        <a:effectStyle>
          <a:effectLst>
            <a:outerShdw blurRad="40000" rotWithShape="0" dir="5400000" dist="2300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theme>
</file>